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4" r:id="rId3"/>
    <p:sldId id="260" r:id="rId4"/>
    <p:sldId id="257" r:id="rId5"/>
    <p:sldId id="258" r:id="rId6"/>
    <p:sldId id="263" r:id="rId7"/>
    <p:sldId id="259" r:id="rId8"/>
    <p:sldId id="266" r:id="rId9"/>
    <p:sldId id="268" r:id="rId10"/>
    <p:sldId id="267" r:id="rId11"/>
    <p:sldId id="261" r:id="rId12"/>
    <p:sldId id="26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000456-4880-025F-AB24-D1ABA95E9BBE}" v="2" dt="2025-06-25T00:22:45.791"/>
    <p1510:client id="{76AFD0FF-CC90-4597-D9C2-F0F936A7537B}" v="514" dt="2025-06-25T05:27:30.612"/>
    <p1510:client id="{A3F1A033-97D6-FDEA-E8C5-3D88D27F0B6C}" v="9" dt="2025-06-25T22:46:50.960"/>
    <p1510:client id="{B9E13E39-2902-C00D-DB80-F43B986C7ED5}" v="5" dt="2025-06-24T05:50:18.5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g Shen" userId="S::shenj24@myunitec.ac.nz::0c1ce1f6-b515-4548-bff3-06f77e120666" providerId="AD" clId="Web-{2E000456-4880-025F-AB24-D1ABA95E9BBE}"/>
    <pc:docChg chg="sldOrd">
      <pc:chgData name="Jing Shen" userId="S::shenj24@myunitec.ac.nz::0c1ce1f6-b515-4548-bff3-06f77e120666" providerId="AD" clId="Web-{2E000456-4880-025F-AB24-D1ABA95E9BBE}" dt="2025-06-25T00:22:45.791" v="1"/>
      <pc:docMkLst>
        <pc:docMk/>
      </pc:docMkLst>
      <pc:sldChg chg="ord">
        <pc:chgData name="Jing Shen" userId="S::shenj24@myunitec.ac.nz::0c1ce1f6-b515-4548-bff3-06f77e120666" providerId="AD" clId="Web-{2E000456-4880-025F-AB24-D1ABA95E9BBE}" dt="2025-06-25T00:22:45.791" v="1"/>
        <pc:sldMkLst>
          <pc:docMk/>
          <pc:sldMk cId="3797905097" sldId="257"/>
        </pc:sldMkLst>
      </pc:sldChg>
      <pc:sldChg chg="ord">
        <pc:chgData name="Jing Shen" userId="S::shenj24@myunitec.ac.nz::0c1ce1f6-b515-4548-bff3-06f77e120666" providerId="AD" clId="Web-{2E000456-4880-025F-AB24-D1ABA95E9BBE}" dt="2025-06-25T00:22:32.040" v="0"/>
        <pc:sldMkLst>
          <pc:docMk/>
          <pc:sldMk cId="3324196154" sldId="264"/>
        </pc:sldMkLst>
      </pc:sldChg>
    </pc:docChg>
  </pc:docChgLst>
  <pc:docChgLst>
    <pc:chgData name="Young Kweon" userId="S::kweony01@myunitec.ac.nz::5bb15c8c-b1de-4ec5-bbf7-7dccc9295d51" providerId="AD" clId="Web-{A3F1A033-97D6-FDEA-E8C5-3D88D27F0B6C}"/>
    <pc:docChg chg="modSld">
      <pc:chgData name="Young Kweon" userId="S::kweony01@myunitec.ac.nz::5bb15c8c-b1de-4ec5-bbf7-7dccc9295d51" providerId="AD" clId="Web-{A3F1A033-97D6-FDEA-E8C5-3D88D27F0B6C}" dt="2025-06-25T22:46:48.866" v="7" actId="20577"/>
      <pc:docMkLst>
        <pc:docMk/>
      </pc:docMkLst>
      <pc:sldChg chg="modSp">
        <pc:chgData name="Young Kweon" userId="S::kweony01@myunitec.ac.nz::5bb15c8c-b1de-4ec5-bbf7-7dccc9295d51" providerId="AD" clId="Web-{A3F1A033-97D6-FDEA-E8C5-3D88D27F0B6C}" dt="2025-06-25T22:46:48.866" v="7" actId="20577"/>
        <pc:sldMkLst>
          <pc:docMk/>
          <pc:sldMk cId="3060073243" sldId="259"/>
        </pc:sldMkLst>
        <pc:spChg chg="mod">
          <ac:chgData name="Young Kweon" userId="S::kweony01@myunitec.ac.nz::5bb15c8c-b1de-4ec5-bbf7-7dccc9295d51" providerId="AD" clId="Web-{A3F1A033-97D6-FDEA-E8C5-3D88D27F0B6C}" dt="2025-06-25T22:46:48.866" v="7" actId="20577"/>
          <ac:spMkLst>
            <pc:docMk/>
            <pc:sldMk cId="3060073243" sldId="259"/>
            <ac:spMk id="2" creationId="{AF344E33-BA6B-D713-00F0-D8E2B35DA8EA}"/>
          </ac:spMkLst>
        </pc:spChg>
      </pc:sldChg>
    </pc:docChg>
  </pc:docChgLst>
  <pc:docChgLst>
    <pc:chgData name="Akshay Pragji" userId="S::pragja02@myunitec.ac.nz::d9516bb7-2ba6-41d1-9bbb-e2ede843cd24" providerId="AD" clId="Web-{30CCFD11-1B4F-3CAE-4EE7-C118FCC92290}"/>
    <pc:docChg chg="modSld">
      <pc:chgData name="Akshay Pragji" userId="S::pragja02@myunitec.ac.nz::d9516bb7-2ba6-41d1-9bbb-e2ede843cd24" providerId="AD" clId="Web-{30CCFD11-1B4F-3CAE-4EE7-C118FCC92290}" dt="2025-06-21T22:42:31.097" v="53" actId="14100"/>
      <pc:docMkLst>
        <pc:docMk/>
      </pc:docMkLst>
      <pc:sldChg chg="modSp">
        <pc:chgData name="Akshay Pragji" userId="S::pragja02@myunitec.ac.nz::d9516bb7-2ba6-41d1-9bbb-e2ede843cd24" providerId="AD" clId="Web-{30CCFD11-1B4F-3CAE-4EE7-C118FCC92290}" dt="2025-06-21T22:40:24.781" v="40"/>
        <pc:sldMkLst>
          <pc:docMk/>
          <pc:sldMk cId="3345406338" sldId="258"/>
        </pc:sldMkLst>
        <pc:graphicFrameChg chg="mod modGraphic">
          <ac:chgData name="Akshay Pragji" userId="S::pragja02@myunitec.ac.nz::d9516bb7-2ba6-41d1-9bbb-e2ede843cd24" providerId="AD" clId="Web-{30CCFD11-1B4F-3CAE-4EE7-C118FCC92290}" dt="2025-06-21T22:40:24.781" v="40"/>
          <ac:graphicFrameMkLst>
            <pc:docMk/>
            <pc:sldMk cId="3345406338" sldId="258"/>
            <ac:graphicFrameMk id="5" creationId="{35AF9438-E050-3A44-0C18-1FFB8CBD761B}"/>
          </ac:graphicFrameMkLst>
        </pc:graphicFrameChg>
      </pc:sldChg>
      <pc:sldChg chg="modSp mod modClrScheme chgLayout">
        <pc:chgData name="Akshay Pragji" userId="S::pragja02@myunitec.ac.nz::d9516bb7-2ba6-41d1-9bbb-e2ede843cd24" providerId="AD" clId="Web-{30CCFD11-1B4F-3CAE-4EE7-C118FCC92290}" dt="2025-06-21T22:41:29.049" v="46" actId="20577"/>
        <pc:sldMkLst>
          <pc:docMk/>
          <pc:sldMk cId="91038720" sldId="261"/>
        </pc:sldMkLst>
        <pc:spChg chg="mod">
          <ac:chgData name="Akshay Pragji" userId="S::pragja02@myunitec.ac.nz::d9516bb7-2ba6-41d1-9bbb-e2ede843cd24" providerId="AD" clId="Web-{30CCFD11-1B4F-3CAE-4EE7-C118FCC92290}" dt="2025-06-21T22:38:42.919" v="39"/>
          <ac:spMkLst>
            <pc:docMk/>
            <pc:sldMk cId="91038720" sldId="261"/>
            <ac:spMk id="2" creationId="{F8BD0FF0-A798-BCDB-22DB-31A43B694249}"/>
          </ac:spMkLst>
        </pc:spChg>
        <pc:spChg chg="mod">
          <ac:chgData name="Akshay Pragji" userId="S::pragja02@myunitec.ac.nz::d9516bb7-2ba6-41d1-9bbb-e2ede843cd24" providerId="AD" clId="Web-{30CCFD11-1B4F-3CAE-4EE7-C118FCC92290}" dt="2025-06-21T22:38:42.919" v="39"/>
          <ac:spMkLst>
            <pc:docMk/>
            <pc:sldMk cId="91038720" sldId="261"/>
            <ac:spMk id="6" creationId="{C336FF7C-6B76-6221-2278-25D929A4AD9C}"/>
          </ac:spMkLst>
        </pc:spChg>
        <pc:spChg chg="mod">
          <ac:chgData name="Akshay Pragji" userId="S::pragja02@myunitec.ac.nz::d9516bb7-2ba6-41d1-9bbb-e2ede843cd24" providerId="AD" clId="Web-{30CCFD11-1B4F-3CAE-4EE7-C118FCC92290}" dt="2025-06-21T22:38:42.919" v="39"/>
          <ac:spMkLst>
            <pc:docMk/>
            <pc:sldMk cId="91038720" sldId="261"/>
            <ac:spMk id="7" creationId="{A95DAABA-C9F2-839F-9773-04DEA585819E}"/>
          </ac:spMkLst>
        </pc:spChg>
        <pc:spChg chg="mod">
          <ac:chgData name="Akshay Pragji" userId="S::pragja02@myunitec.ac.nz::d9516bb7-2ba6-41d1-9bbb-e2ede843cd24" providerId="AD" clId="Web-{30CCFD11-1B4F-3CAE-4EE7-C118FCC92290}" dt="2025-06-21T22:38:42.919" v="39"/>
          <ac:spMkLst>
            <pc:docMk/>
            <pc:sldMk cId="91038720" sldId="261"/>
            <ac:spMk id="8" creationId="{4320B384-61B1-CE44-BAFE-A8B50A96793A}"/>
          </ac:spMkLst>
        </pc:spChg>
        <pc:graphicFrameChg chg="mod modGraphic">
          <ac:chgData name="Akshay Pragji" userId="S::pragja02@myunitec.ac.nz::d9516bb7-2ba6-41d1-9bbb-e2ede843cd24" providerId="AD" clId="Web-{30CCFD11-1B4F-3CAE-4EE7-C118FCC92290}" dt="2025-06-21T22:41:29.049" v="46" actId="20577"/>
          <ac:graphicFrameMkLst>
            <pc:docMk/>
            <pc:sldMk cId="91038720" sldId="261"/>
            <ac:graphicFrameMk id="10" creationId="{8B06EA22-0FB1-B3AA-83D1-1CA7F12D8F33}"/>
          </ac:graphicFrameMkLst>
        </pc:graphicFrameChg>
      </pc:sldChg>
      <pc:sldChg chg="addSp delSp modSp mod setBg">
        <pc:chgData name="Akshay Pragji" userId="S::pragja02@myunitec.ac.nz::d9516bb7-2ba6-41d1-9bbb-e2ede843cd24" providerId="AD" clId="Web-{30CCFD11-1B4F-3CAE-4EE7-C118FCC92290}" dt="2025-06-21T22:34:39.787" v="34" actId="14100"/>
        <pc:sldMkLst>
          <pc:docMk/>
          <pc:sldMk cId="2418199327" sldId="262"/>
        </pc:sldMkLst>
        <pc:spChg chg="del mod">
          <ac:chgData name="Akshay Pragji" userId="S::pragja02@myunitec.ac.nz::d9516bb7-2ba6-41d1-9bbb-e2ede843cd24" providerId="AD" clId="Web-{30CCFD11-1B4F-3CAE-4EE7-C118FCC92290}" dt="2025-06-21T22:32:15.449" v="23"/>
          <ac:spMkLst>
            <pc:docMk/>
            <pc:sldMk cId="2418199327" sldId="262"/>
            <ac:spMk id="2" creationId="{F2C5FD08-AAAE-83E7-874B-22D458222C9B}"/>
          </ac:spMkLst>
        </pc:spChg>
        <pc:spChg chg="add del mod">
          <ac:chgData name="Akshay Pragji" userId="S::pragja02@myunitec.ac.nz::d9516bb7-2ba6-41d1-9bbb-e2ede843cd24" providerId="AD" clId="Web-{30CCFD11-1B4F-3CAE-4EE7-C118FCC92290}" dt="2025-06-21T22:33:47.299" v="32"/>
          <ac:spMkLst>
            <pc:docMk/>
            <pc:sldMk cId="2418199327" sldId="262"/>
            <ac:spMk id="3" creationId="{947C353D-4A74-0C6F-67C6-93E42EE7B049}"/>
          </ac:spMkLst>
        </pc:spChg>
        <pc:spChg chg="add del">
          <ac:chgData name="Akshay Pragji" userId="S::pragja02@myunitec.ac.nz::d9516bb7-2ba6-41d1-9bbb-e2ede843cd24" providerId="AD" clId="Web-{30CCFD11-1B4F-3CAE-4EE7-C118FCC92290}" dt="2025-06-21T22:34:35.428" v="33"/>
          <ac:spMkLst>
            <pc:docMk/>
            <pc:sldMk cId="2418199327" sldId="262"/>
            <ac:spMk id="6" creationId="{4469E3EB-FCEF-B706-5E42-A47F0D5898FC}"/>
          </ac:spMkLst>
        </pc:spChg>
        <pc:spChg chg="add">
          <ac:chgData name="Akshay Pragji" userId="S::pragja02@myunitec.ac.nz::d9516bb7-2ba6-41d1-9bbb-e2ede843cd24" providerId="AD" clId="Web-{30CCFD11-1B4F-3CAE-4EE7-C118FCC92290}" dt="2025-06-21T22:33:47.299" v="32"/>
          <ac:spMkLst>
            <pc:docMk/>
            <pc:sldMk cId="2418199327" sldId="262"/>
            <ac:spMk id="7" creationId="{032090EF-BD42-FE63-5847-E52A2BF100BB}"/>
          </ac:spMkLst>
        </pc:spChg>
        <pc:spChg chg="add">
          <ac:chgData name="Akshay Pragji" userId="S::pragja02@myunitec.ac.nz::d9516bb7-2ba6-41d1-9bbb-e2ede843cd24" providerId="AD" clId="Web-{30CCFD11-1B4F-3CAE-4EE7-C118FCC92290}" dt="2025-06-21T22:33:47.299" v="32"/>
          <ac:spMkLst>
            <pc:docMk/>
            <pc:sldMk cId="2418199327" sldId="262"/>
            <ac:spMk id="8" creationId="{BC0AA363-A0C2-4A6C-059B-947788D7F1C2}"/>
          </ac:spMkLst>
        </pc:spChg>
        <pc:spChg chg="add del">
          <ac:chgData name="Akshay Pragji" userId="S::pragja02@myunitec.ac.nz::d9516bb7-2ba6-41d1-9bbb-e2ede843cd24" providerId="AD" clId="Web-{30CCFD11-1B4F-3CAE-4EE7-C118FCC92290}" dt="2025-06-21T22:33:41.314" v="31"/>
          <ac:spMkLst>
            <pc:docMk/>
            <pc:sldMk cId="2418199327" sldId="262"/>
            <ac:spMk id="9" creationId="{3F227961-20B1-941B-136F-F777DBDFC8B2}"/>
          </ac:spMkLst>
        </pc:spChg>
        <pc:spChg chg="add">
          <ac:chgData name="Akshay Pragji" userId="S::pragja02@myunitec.ac.nz::d9516bb7-2ba6-41d1-9bbb-e2ede843cd24" providerId="AD" clId="Web-{30CCFD11-1B4F-3CAE-4EE7-C118FCC92290}" dt="2025-06-21T22:33:47.299" v="32"/>
          <ac:spMkLst>
            <pc:docMk/>
            <pc:sldMk cId="2418199327" sldId="262"/>
            <ac:spMk id="10" creationId="{DE66557C-3C44-B699-3D06-52948C2705E0}"/>
          </ac:spMkLst>
        </pc:spChg>
        <pc:spChg chg="add del">
          <ac:chgData name="Akshay Pragji" userId="S::pragja02@myunitec.ac.nz::d9516bb7-2ba6-41d1-9bbb-e2ede843cd24" providerId="AD" clId="Web-{30CCFD11-1B4F-3CAE-4EE7-C118FCC92290}" dt="2025-06-21T22:33:41.314" v="31"/>
          <ac:spMkLst>
            <pc:docMk/>
            <pc:sldMk cId="2418199327" sldId="262"/>
            <ac:spMk id="11" creationId="{63F4F8A3-2314-6CF8-1F4D-42DF01959C82}"/>
          </ac:spMkLst>
        </pc:spChg>
        <pc:spChg chg="add del">
          <ac:chgData name="Akshay Pragji" userId="S::pragja02@myunitec.ac.nz::d9516bb7-2ba6-41d1-9bbb-e2ede843cd24" providerId="AD" clId="Web-{30CCFD11-1B4F-3CAE-4EE7-C118FCC92290}" dt="2025-06-21T22:33:41.314" v="31"/>
          <ac:spMkLst>
            <pc:docMk/>
            <pc:sldMk cId="2418199327" sldId="262"/>
            <ac:spMk id="13" creationId="{4B9185F4-37D3-E19E-484E-A857CD225D3C}"/>
          </ac:spMkLst>
        </pc:spChg>
        <pc:spChg chg="add del">
          <ac:chgData name="Akshay Pragji" userId="S::pragja02@myunitec.ac.nz::d9516bb7-2ba6-41d1-9bbb-e2ede843cd24" providerId="AD" clId="Web-{30CCFD11-1B4F-3CAE-4EE7-C118FCC92290}" dt="2025-06-21T22:33:41.314" v="31"/>
          <ac:spMkLst>
            <pc:docMk/>
            <pc:sldMk cId="2418199327" sldId="262"/>
            <ac:spMk id="15" creationId="{A4D1158D-4025-5399-BC94-33FC66D0C788}"/>
          </ac:spMkLst>
        </pc:spChg>
        <pc:graphicFrameChg chg="add del">
          <ac:chgData name="Akshay Pragji" userId="S::pragja02@myunitec.ac.nz::d9516bb7-2ba6-41d1-9bbb-e2ede843cd24" providerId="AD" clId="Web-{30CCFD11-1B4F-3CAE-4EE7-C118FCC92290}" dt="2025-06-21T22:33:41.314" v="31"/>
          <ac:graphicFrameMkLst>
            <pc:docMk/>
            <pc:sldMk cId="2418199327" sldId="262"/>
            <ac:graphicFrameMk id="5" creationId="{CA6C3489-25BE-0907-49BE-568D3A508406}"/>
          </ac:graphicFrameMkLst>
        </pc:graphicFrameChg>
        <pc:graphicFrameChg chg="add mod">
          <ac:chgData name="Akshay Pragji" userId="S::pragja02@myunitec.ac.nz::d9516bb7-2ba6-41d1-9bbb-e2ede843cd24" providerId="AD" clId="Web-{30CCFD11-1B4F-3CAE-4EE7-C118FCC92290}" dt="2025-06-21T22:34:39.787" v="34" actId="14100"/>
          <ac:graphicFrameMkLst>
            <pc:docMk/>
            <pc:sldMk cId="2418199327" sldId="262"/>
            <ac:graphicFrameMk id="12" creationId="{3E858F41-B109-A929-2EDE-E0ABDDBF4AB7}"/>
          </ac:graphicFrameMkLst>
        </pc:graphicFrameChg>
      </pc:sldChg>
      <pc:sldChg chg="addSp delSp modSp mod modClrScheme chgLayout">
        <pc:chgData name="Akshay Pragji" userId="S::pragja02@myunitec.ac.nz::d9516bb7-2ba6-41d1-9bbb-e2ede843cd24" providerId="AD" clId="Web-{30CCFD11-1B4F-3CAE-4EE7-C118FCC92290}" dt="2025-06-21T22:42:31.097" v="53" actId="14100"/>
        <pc:sldMkLst>
          <pc:docMk/>
          <pc:sldMk cId="599869645" sldId="263"/>
        </pc:sldMkLst>
        <pc:spChg chg="mod">
          <ac:chgData name="Akshay Pragji" userId="S::pragja02@myunitec.ac.nz::d9516bb7-2ba6-41d1-9bbb-e2ede843cd24" providerId="AD" clId="Web-{30CCFD11-1B4F-3CAE-4EE7-C118FCC92290}" dt="2025-06-21T22:42:16.050" v="51"/>
          <ac:spMkLst>
            <pc:docMk/>
            <pc:sldMk cId="599869645" sldId="263"/>
            <ac:spMk id="2" creationId="{CE28C695-577F-73A5-F8C3-B96444079C3D}"/>
          </ac:spMkLst>
        </pc:spChg>
        <pc:spChg chg="mod">
          <ac:chgData name="Akshay Pragji" userId="S::pragja02@myunitec.ac.nz::d9516bb7-2ba6-41d1-9bbb-e2ede843cd24" providerId="AD" clId="Web-{30CCFD11-1B4F-3CAE-4EE7-C118FCC92290}" dt="2025-06-21T22:42:16.050" v="51"/>
          <ac:spMkLst>
            <pc:docMk/>
            <pc:sldMk cId="599869645" sldId="263"/>
            <ac:spMk id="18" creationId="{90CE8119-F377-C2C6-A45C-066A13472AFA}"/>
          </ac:spMkLst>
        </pc:spChg>
        <pc:spChg chg="mod">
          <ac:chgData name="Akshay Pragji" userId="S::pragja02@myunitec.ac.nz::d9516bb7-2ba6-41d1-9bbb-e2ede843cd24" providerId="AD" clId="Web-{30CCFD11-1B4F-3CAE-4EE7-C118FCC92290}" dt="2025-06-21T22:42:16.050" v="51"/>
          <ac:spMkLst>
            <pc:docMk/>
            <pc:sldMk cId="599869645" sldId="263"/>
            <ac:spMk id="19" creationId="{DB3970EE-D79D-D246-279F-FBDDBC026A89}"/>
          </ac:spMkLst>
        </pc:spChg>
        <pc:spChg chg="mod">
          <ac:chgData name="Akshay Pragji" userId="S::pragja02@myunitec.ac.nz::d9516bb7-2ba6-41d1-9bbb-e2ede843cd24" providerId="AD" clId="Web-{30CCFD11-1B4F-3CAE-4EE7-C118FCC92290}" dt="2025-06-21T22:42:16.050" v="51"/>
          <ac:spMkLst>
            <pc:docMk/>
            <pc:sldMk cId="599869645" sldId="263"/>
            <ac:spMk id="20" creationId="{7D7BEE9E-D0C4-CDD7-BFED-2C05F46B6E38}"/>
          </ac:spMkLst>
        </pc:spChg>
        <pc:spChg chg="add del mod">
          <ac:chgData name="Akshay Pragji" userId="S::pragja02@myunitec.ac.nz::d9516bb7-2ba6-41d1-9bbb-e2ede843cd24" providerId="AD" clId="Web-{30CCFD11-1B4F-3CAE-4EE7-C118FCC92290}" dt="2025-06-21T22:42:25.941" v="52"/>
          <ac:spMkLst>
            <pc:docMk/>
            <pc:sldMk cId="599869645" sldId="263"/>
            <ac:spMk id="23" creationId="{133A6687-5B1E-0A93-A740-7789DE316F89}"/>
          </ac:spMkLst>
        </pc:spChg>
        <pc:spChg chg="add del mod">
          <ac:chgData name="Akshay Pragji" userId="S::pragja02@myunitec.ac.nz::d9516bb7-2ba6-41d1-9bbb-e2ede843cd24" providerId="AD" clId="Web-{30CCFD11-1B4F-3CAE-4EE7-C118FCC92290}" dt="2025-06-21T22:41:54.253" v="48"/>
          <ac:spMkLst>
            <pc:docMk/>
            <pc:sldMk cId="599869645" sldId="263"/>
            <ac:spMk id="26" creationId="{133A6687-5B1E-0A93-A740-7789DE316F89}"/>
          </ac:spMkLst>
        </pc:spChg>
        <pc:graphicFrameChg chg="mod modGraphic">
          <ac:chgData name="Akshay Pragji" userId="S::pragja02@myunitec.ac.nz::d9516bb7-2ba6-41d1-9bbb-e2ede843cd24" providerId="AD" clId="Web-{30CCFD11-1B4F-3CAE-4EE7-C118FCC92290}" dt="2025-06-21T22:42:31.097" v="53" actId="14100"/>
          <ac:graphicFrameMkLst>
            <pc:docMk/>
            <pc:sldMk cId="599869645" sldId="263"/>
            <ac:graphicFrameMk id="21" creationId="{D651FC53-2F99-70A3-58D7-90977EBFF77D}"/>
          </ac:graphicFrameMkLst>
        </pc:graphicFrameChg>
      </pc:sldChg>
    </pc:docChg>
  </pc:docChgLst>
  <pc:docChgLst>
    <pc:chgData name="Akshay Pragji" userId="S::pragja02@myunitec.ac.nz::d9516bb7-2ba6-41d1-9bbb-e2ede843cd24" providerId="AD" clId="Web-{E7218771-7E30-47AC-AA8E-C6BCEDDD9A48}"/>
    <pc:docChg chg="modSld">
      <pc:chgData name="Akshay Pragji" userId="S::pragja02@myunitec.ac.nz::d9516bb7-2ba6-41d1-9bbb-e2ede843cd24" providerId="AD" clId="Web-{E7218771-7E30-47AC-AA8E-C6BCEDDD9A48}" dt="2025-06-20T02:03:53.632" v="92" actId="20577"/>
      <pc:docMkLst>
        <pc:docMk/>
      </pc:docMkLst>
      <pc:sldChg chg="addSp delSp modSp mod setBg modClrScheme chgLayout">
        <pc:chgData name="Akshay Pragji" userId="S::pragja02@myunitec.ac.nz::d9516bb7-2ba6-41d1-9bbb-e2ede843cd24" providerId="AD" clId="Web-{E7218771-7E30-47AC-AA8E-C6BCEDDD9A48}" dt="2025-06-20T01:57:48.507" v="39"/>
        <pc:sldMkLst>
          <pc:docMk/>
          <pc:sldMk cId="3345406338" sldId="258"/>
        </pc:sldMkLst>
        <pc:spChg chg="mod">
          <ac:chgData name="Akshay Pragji" userId="S::pragja02@myunitec.ac.nz::d9516bb7-2ba6-41d1-9bbb-e2ede843cd24" providerId="AD" clId="Web-{E7218771-7E30-47AC-AA8E-C6BCEDDD9A48}" dt="2025-06-20T01:56:54.020" v="36"/>
          <ac:spMkLst>
            <pc:docMk/>
            <pc:sldMk cId="3345406338" sldId="258"/>
            <ac:spMk id="2" creationId="{6E663F77-3D89-BF36-AAAB-CF22E64622C4}"/>
          </ac:spMkLst>
        </pc:spChg>
        <pc:spChg chg="del mod">
          <ac:chgData name="Akshay Pragji" userId="S::pragja02@myunitec.ac.nz::d9516bb7-2ba6-41d1-9bbb-e2ede843cd24" providerId="AD" clId="Web-{E7218771-7E30-47AC-AA8E-C6BCEDDD9A48}" dt="2025-06-20T01:55:07.344" v="20"/>
          <ac:spMkLst>
            <pc:docMk/>
            <pc:sldMk cId="3345406338" sldId="258"/>
            <ac:spMk id="3" creationId="{4503D57A-838F-65DB-65D2-20ED338050F7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1:53:10.245" v="6"/>
          <ac:spMkLst>
            <pc:docMk/>
            <pc:sldMk cId="3345406338" sldId="258"/>
            <ac:spMk id="4" creationId="{10D4048F-3425-0389-EE31-471EB7B7FA70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6:54.020" v="36"/>
          <ac:spMkLst>
            <pc:docMk/>
            <pc:sldMk cId="3345406338" sldId="258"/>
            <ac:spMk id="9" creationId="{B5159E8B-D2A0-56E2-BE02-703B32F2C141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6:54.020" v="36"/>
          <ac:spMkLst>
            <pc:docMk/>
            <pc:sldMk cId="3345406338" sldId="258"/>
            <ac:spMk id="11" creationId="{35E98650-C6FB-2760-6FDE-8605DF19080D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6:54.020" v="36"/>
          <ac:spMkLst>
            <pc:docMk/>
            <pc:sldMk cId="3345406338" sldId="258"/>
            <ac:spMk id="13" creationId="{6A52F1B3-00BC-4E01-A0DC-78AC0AA943A3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6:54.020" v="36"/>
          <ac:spMkLst>
            <pc:docMk/>
            <pc:sldMk cId="3345406338" sldId="258"/>
            <ac:spMk id="15" creationId="{00162D5E-010F-2F92-DB71-4692779DF1A4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6:03.690" v="26"/>
          <ac:spMkLst>
            <pc:docMk/>
            <pc:sldMk cId="3345406338" sldId="258"/>
            <ac:spMk id="18" creationId="{F5A8B679-9784-705B-7A36-3F109A81892A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1:56:48.473" v="31"/>
          <ac:spMkLst>
            <pc:docMk/>
            <pc:sldMk cId="3345406338" sldId="258"/>
            <ac:spMk id="20" creationId="{433BF495-A4B4-610E-220E-8B436799A643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6:51.114" v="33"/>
          <ac:spMkLst>
            <pc:docMk/>
            <pc:sldMk cId="3345406338" sldId="258"/>
            <ac:spMk id="22" creationId="{5F44AF05-899C-F89D-508C-0A15DAF4CACD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6:53.958" v="35"/>
          <ac:spMkLst>
            <pc:docMk/>
            <pc:sldMk cId="3345406338" sldId="258"/>
            <ac:spMk id="24" creationId="{D5345C16-FF09-DBB9-DC0F-5BBB5423C5A2}"/>
          </ac:spMkLst>
        </pc:spChg>
        <pc:graphicFrameChg chg="add mod modGraphic">
          <ac:chgData name="Akshay Pragji" userId="S::pragja02@myunitec.ac.nz::d9516bb7-2ba6-41d1-9bbb-e2ede843cd24" providerId="AD" clId="Web-{E7218771-7E30-47AC-AA8E-C6BCEDDD9A48}" dt="2025-06-20T01:57:48.507" v="39"/>
          <ac:graphicFrameMkLst>
            <pc:docMk/>
            <pc:sldMk cId="3345406338" sldId="258"/>
            <ac:graphicFrameMk id="5" creationId="{35AF9438-E050-3A44-0C18-1FFB8CBD761B}"/>
          </ac:graphicFrameMkLst>
        </pc:graphicFrameChg>
      </pc:sldChg>
      <pc:sldChg chg="addSp delSp modSp mod modClrScheme chgLayout">
        <pc:chgData name="Akshay Pragji" userId="S::pragja02@myunitec.ac.nz::d9516bb7-2ba6-41d1-9bbb-e2ede843cd24" providerId="AD" clId="Web-{E7218771-7E30-47AC-AA8E-C6BCEDDD9A48}" dt="2025-06-20T02:03:53.632" v="92" actId="20577"/>
        <pc:sldMkLst>
          <pc:docMk/>
          <pc:sldMk cId="91038720" sldId="261"/>
        </pc:sldMkLst>
        <pc:spChg chg="mod">
          <ac:chgData name="Akshay Pragji" userId="S::pragja02@myunitec.ac.nz::d9516bb7-2ba6-41d1-9bbb-e2ede843cd24" providerId="AD" clId="Web-{E7218771-7E30-47AC-AA8E-C6BCEDDD9A48}" dt="2025-06-20T02:03:13.255" v="59"/>
          <ac:spMkLst>
            <pc:docMk/>
            <pc:sldMk cId="91038720" sldId="261"/>
            <ac:spMk id="2" creationId="{F8BD0FF0-A798-BCDB-22DB-31A43B694249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3:53.632" v="92" actId="20577"/>
          <ac:spMkLst>
            <pc:docMk/>
            <pc:sldMk cId="91038720" sldId="261"/>
            <ac:spMk id="3" creationId="{826695EF-6261-AB51-3351-425F5A3A52BF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1:30.595" v="49"/>
          <ac:spMkLst>
            <pc:docMk/>
            <pc:sldMk cId="91038720" sldId="261"/>
            <ac:spMk id="9" creationId="{96FAB4BD-CA02-7C2D-BD1F-023DF6FC45C0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1:30.595" v="49"/>
          <ac:spMkLst>
            <pc:docMk/>
            <pc:sldMk cId="91038720" sldId="261"/>
            <ac:spMk id="11" creationId="{5509EEEE-1A84-552A-B5D8-5D72242C38EA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1:30.595" v="49"/>
          <ac:spMkLst>
            <pc:docMk/>
            <pc:sldMk cId="91038720" sldId="261"/>
            <ac:spMk id="13" creationId="{B7F351BE-6A48-4904-E277-B45A6A4EF40F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45.689" v="51"/>
          <ac:spMkLst>
            <pc:docMk/>
            <pc:sldMk cId="91038720" sldId="261"/>
            <ac:spMk id="15" creationId="{D7E600D1-1830-168D-3658-ECC5B55384BD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45.689" v="51"/>
          <ac:spMkLst>
            <pc:docMk/>
            <pc:sldMk cId="91038720" sldId="261"/>
            <ac:spMk id="16" creationId="{7F88B3FD-FC48-CF0A-78B9-023E29584870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45.689" v="51"/>
          <ac:spMkLst>
            <pc:docMk/>
            <pc:sldMk cId="91038720" sldId="261"/>
            <ac:spMk id="17" creationId="{E9CCE6FB-4E35-2A7F-1490-19A9CA03AB8E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45.689" v="51"/>
          <ac:spMkLst>
            <pc:docMk/>
            <pc:sldMk cId="91038720" sldId="261"/>
            <ac:spMk id="18" creationId="{C0D206D1-4921-B1BD-BEC2-2FD54D493136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56.377" v="53"/>
          <ac:spMkLst>
            <pc:docMk/>
            <pc:sldMk cId="91038720" sldId="261"/>
            <ac:spMk id="21" creationId="{1A07DC8D-C787-5F20-47E6-6D6DF53732FD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56.377" v="53"/>
          <ac:spMkLst>
            <pc:docMk/>
            <pc:sldMk cId="91038720" sldId="261"/>
            <ac:spMk id="22" creationId="{480279B1-2375-B84F-03F7-1EB1A9CFA74B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56.377" v="53"/>
          <ac:spMkLst>
            <pc:docMk/>
            <pc:sldMk cId="91038720" sldId="261"/>
            <ac:spMk id="23" creationId="{10787502-A252-0BC9-4969-8988DF96F1AC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1:56.377" v="53"/>
          <ac:spMkLst>
            <pc:docMk/>
            <pc:sldMk cId="91038720" sldId="261"/>
            <ac:spMk id="24" creationId="{27136A56-BD8C-C040-4CD3-4C5EAF23D324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2:05.549" v="55"/>
          <ac:spMkLst>
            <pc:docMk/>
            <pc:sldMk cId="91038720" sldId="261"/>
            <ac:spMk id="27" creationId="{43D8CBDD-5F43-A671-5F7C-9719AF6E4297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2:05.549" v="55"/>
          <ac:spMkLst>
            <pc:docMk/>
            <pc:sldMk cId="91038720" sldId="261"/>
            <ac:spMk id="28" creationId="{45E31B23-47D4-0190-4956-84001E5B2A90}"/>
          </ac:spMkLst>
        </pc:spChg>
        <pc:spChg chg="add del">
          <ac:chgData name="Akshay Pragji" userId="S::pragja02@myunitec.ac.nz::d9516bb7-2ba6-41d1-9bbb-e2ede843cd24" providerId="AD" clId="Web-{E7218771-7E30-47AC-AA8E-C6BCEDDD9A48}" dt="2025-06-20T02:02:05.549" v="55"/>
          <ac:spMkLst>
            <pc:docMk/>
            <pc:sldMk cId="91038720" sldId="261"/>
            <ac:spMk id="29" creationId="{C8450969-265F-8EA6-800C-3B56454E0051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3:13.255" v="59"/>
          <ac:spMkLst>
            <pc:docMk/>
            <pc:sldMk cId="91038720" sldId="261"/>
            <ac:spMk id="32" creationId="{7F88B3FD-FC48-CF0A-78B9-023E29584870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3:13.255" v="59"/>
          <ac:spMkLst>
            <pc:docMk/>
            <pc:sldMk cId="91038720" sldId="261"/>
            <ac:spMk id="33" creationId="{E9CCE6FB-4E35-2A7F-1490-19A9CA03AB8E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3:13.255" v="59"/>
          <ac:spMkLst>
            <pc:docMk/>
            <pc:sldMk cId="91038720" sldId="261"/>
            <ac:spMk id="34" creationId="{C0D206D1-4921-B1BD-BEC2-2FD54D493136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2:03:13.255" v="59"/>
          <ac:spMkLst>
            <pc:docMk/>
            <pc:sldMk cId="91038720" sldId="261"/>
            <ac:spMk id="35" creationId="{D7E600D1-1830-168D-3658-ECC5B55384BD}"/>
          </ac:spMkLst>
        </pc:spChg>
        <pc:graphicFrameChg chg="add del">
          <ac:chgData name="Akshay Pragji" userId="S::pragja02@myunitec.ac.nz::d9516bb7-2ba6-41d1-9bbb-e2ede843cd24" providerId="AD" clId="Web-{E7218771-7E30-47AC-AA8E-C6BCEDDD9A48}" dt="2025-06-20T02:01:30.595" v="49"/>
          <ac:graphicFrameMkLst>
            <pc:docMk/>
            <pc:sldMk cId="91038720" sldId="261"/>
            <ac:graphicFrameMk id="5" creationId="{79718A0A-C9EB-CF5B-B537-2E73BFA11FF2}"/>
          </ac:graphicFrameMkLst>
        </pc:graphicFrameChg>
        <pc:graphicFrameChg chg="add del mod">
          <ac:chgData name="Akshay Pragji" userId="S::pragja02@myunitec.ac.nz::d9516bb7-2ba6-41d1-9bbb-e2ede843cd24" providerId="AD" clId="Web-{E7218771-7E30-47AC-AA8E-C6BCEDDD9A48}" dt="2025-06-20T02:01:45.689" v="51"/>
          <ac:graphicFrameMkLst>
            <pc:docMk/>
            <pc:sldMk cId="91038720" sldId="261"/>
            <ac:graphicFrameMk id="19" creationId="{0E6D10A4-39BD-267D-8B6F-80E31A22DD06}"/>
          </ac:graphicFrameMkLst>
        </pc:graphicFrameChg>
        <pc:graphicFrameChg chg="add del mod">
          <ac:chgData name="Akshay Pragji" userId="S::pragja02@myunitec.ac.nz::d9516bb7-2ba6-41d1-9bbb-e2ede843cd24" providerId="AD" clId="Web-{E7218771-7E30-47AC-AA8E-C6BCEDDD9A48}" dt="2025-06-20T02:01:56.377" v="53"/>
          <ac:graphicFrameMkLst>
            <pc:docMk/>
            <pc:sldMk cId="91038720" sldId="261"/>
            <ac:graphicFrameMk id="25" creationId="{195D9414-020B-3F26-1BAD-F9479D4673E6}"/>
          </ac:graphicFrameMkLst>
        </pc:graphicFrameChg>
        <pc:graphicFrameChg chg="add del">
          <ac:chgData name="Akshay Pragji" userId="S::pragja02@myunitec.ac.nz::d9516bb7-2ba6-41d1-9bbb-e2ede843cd24" providerId="AD" clId="Web-{E7218771-7E30-47AC-AA8E-C6BCEDDD9A48}" dt="2025-06-20T02:02:05.549" v="55"/>
          <ac:graphicFrameMkLst>
            <pc:docMk/>
            <pc:sldMk cId="91038720" sldId="261"/>
            <ac:graphicFrameMk id="30" creationId="{04CDAAD0-8E3D-C943-57D6-882D17943119}"/>
          </ac:graphicFrameMkLst>
        </pc:graphicFrameChg>
        <pc:graphicFrameChg chg="add del mod modGraphic">
          <ac:chgData name="Akshay Pragji" userId="S::pragja02@myunitec.ac.nz::d9516bb7-2ba6-41d1-9bbb-e2ede843cd24" providerId="AD" clId="Web-{E7218771-7E30-47AC-AA8E-C6BCEDDD9A48}" dt="2025-06-20T02:03:13.255" v="59"/>
          <ac:graphicFrameMkLst>
            <pc:docMk/>
            <pc:sldMk cId="91038720" sldId="261"/>
            <ac:graphicFrameMk id="36" creationId="{0E6D10A4-39BD-267D-8B6F-80E31A22DD06}"/>
          </ac:graphicFrameMkLst>
        </pc:graphicFrameChg>
      </pc:sldChg>
      <pc:sldChg chg="addSp delSp modSp mod modClrScheme chgLayout">
        <pc:chgData name="Akshay Pragji" userId="S::pragja02@myunitec.ac.nz::d9516bb7-2ba6-41d1-9bbb-e2ede843cd24" providerId="AD" clId="Web-{E7218771-7E30-47AC-AA8E-C6BCEDDD9A48}" dt="2025-06-20T02:00:24.857" v="46" actId="14100"/>
        <pc:sldMkLst>
          <pc:docMk/>
          <pc:sldMk cId="599869645" sldId="263"/>
        </pc:sldMkLst>
        <pc:spChg chg="mod">
          <ac:chgData name="Akshay Pragji" userId="S::pragja02@myunitec.ac.nz::d9516bb7-2ba6-41d1-9bbb-e2ede843cd24" providerId="AD" clId="Web-{E7218771-7E30-47AC-AA8E-C6BCEDDD9A48}" dt="2025-06-20T01:58:30.774" v="45"/>
          <ac:spMkLst>
            <pc:docMk/>
            <pc:sldMk cId="599869645" sldId="263"/>
            <ac:spMk id="2" creationId="{CE28C695-577F-73A5-F8C3-B96444079C3D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21.055" v="44"/>
          <ac:spMkLst>
            <pc:docMk/>
            <pc:sldMk cId="599869645" sldId="263"/>
            <ac:spMk id="3" creationId="{41594287-2363-21C1-B43D-A1F30714D034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08.320" v="41"/>
          <ac:spMkLst>
            <pc:docMk/>
            <pc:sldMk cId="599869645" sldId="263"/>
            <ac:spMk id="8" creationId="{1BD219F7-61DA-F1CF-C1DB-E226EDE56509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21.008" v="43"/>
          <ac:spMkLst>
            <pc:docMk/>
            <pc:sldMk cId="599869645" sldId="263"/>
            <ac:spMk id="9" creationId="{09D85D0A-29BB-D1B6-5314-41D56AE05D9A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08.320" v="41"/>
          <ac:spMkLst>
            <pc:docMk/>
            <pc:sldMk cId="599869645" sldId="263"/>
            <ac:spMk id="10" creationId="{50497BB8-C2A0-B26F-4A71-446AFA5189EC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21.008" v="43"/>
          <ac:spMkLst>
            <pc:docMk/>
            <pc:sldMk cId="599869645" sldId="263"/>
            <ac:spMk id="11" creationId="{BFAE1056-EEDE-07DD-20DD-E92EEE7483B1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08.320" v="41"/>
          <ac:spMkLst>
            <pc:docMk/>
            <pc:sldMk cId="599869645" sldId="263"/>
            <ac:spMk id="12" creationId="{780F6D23-548D-509C-5C47-E9EB1790E4AF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21.008" v="43"/>
          <ac:spMkLst>
            <pc:docMk/>
            <pc:sldMk cId="599869645" sldId="263"/>
            <ac:spMk id="13" creationId="{582BBF1D-6A70-C567-2555-2C1BD293CE86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08.320" v="41"/>
          <ac:spMkLst>
            <pc:docMk/>
            <pc:sldMk cId="599869645" sldId="263"/>
            <ac:spMk id="14" creationId="{0FFB6DDC-D134-F69F-BC05-69DAA7596804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21.008" v="43"/>
          <ac:spMkLst>
            <pc:docMk/>
            <pc:sldMk cId="599869645" sldId="263"/>
            <ac:spMk id="15" creationId="{8C16EE76-C635-65D3-C763-DAEC571F0E0E}"/>
          </ac:spMkLst>
        </pc:spChg>
        <pc:spChg chg="add del mod">
          <ac:chgData name="Akshay Pragji" userId="S::pragja02@myunitec.ac.nz::d9516bb7-2ba6-41d1-9bbb-e2ede843cd24" providerId="AD" clId="Web-{E7218771-7E30-47AC-AA8E-C6BCEDDD9A48}" dt="2025-06-20T01:58:30.774" v="45"/>
          <ac:spMkLst>
            <pc:docMk/>
            <pc:sldMk cId="599869645" sldId="263"/>
            <ac:spMk id="17" creationId="{3A68EE2D-5D9B-F95F-22C5-F00DA02E16EC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8:30.774" v="45"/>
          <ac:spMkLst>
            <pc:docMk/>
            <pc:sldMk cId="599869645" sldId="263"/>
            <ac:spMk id="18" creationId="{90CE8119-F377-C2C6-A45C-066A13472AFA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8:30.774" v="45"/>
          <ac:spMkLst>
            <pc:docMk/>
            <pc:sldMk cId="599869645" sldId="263"/>
            <ac:spMk id="19" creationId="{DB3970EE-D79D-D246-279F-FBDDBC026A89}"/>
          </ac:spMkLst>
        </pc:spChg>
        <pc:spChg chg="add mod">
          <ac:chgData name="Akshay Pragji" userId="S::pragja02@myunitec.ac.nz::d9516bb7-2ba6-41d1-9bbb-e2ede843cd24" providerId="AD" clId="Web-{E7218771-7E30-47AC-AA8E-C6BCEDDD9A48}" dt="2025-06-20T01:58:30.774" v="45"/>
          <ac:spMkLst>
            <pc:docMk/>
            <pc:sldMk cId="599869645" sldId="263"/>
            <ac:spMk id="20" creationId="{7D7BEE9E-D0C4-CDD7-BFED-2C05F46B6E38}"/>
          </ac:spMkLst>
        </pc:spChg>
        <pc:graphicFrameChg chg="add del mod">
          <ac:chgData name="Akshay Pragji" userId="S::pragja02@myunitec.ac.nz::d9516bb7-2ba6-41d1-9bbb-e2ede843cd24" providerId="AD" clId="Web-{E7218771-7E30-47AC-AA8E-C6BCEDDD9A48}" dt="2025-06-20T01:58:21.008" v="43"/>
          <ac:graphicFrameMkLst>
            <pc:docMk/>
            <pc:sldMk cId="599869645" sldId="263"/>
            <ac:graphicFrameMk id="5" creationId="{1CCA118A-8BB1-8533-5A61-5ED9A47A550E}"/>
          </ac:graphicFrameMkLst>
        </pc:graphicFrameChg>
        <pc:graphicFrameChg chg="add mod">
          <ac:chgData name="Akshay Pragji" userId="S::pragja02@myunitec.ac.nz::d9516bb7-2ba6-41d1-9bbb-e2ede843cd24" providerId="AD" clId="Web-{E7218771-7E30-47AC-AA8E-C6BCEDDD9A48}" dt="2025-06-20T02:00:24.857" v="46" actId="14100"/>
          <ac:graphicFrameMkLst>
            <pc:docMk/>
            <pc:sldMk cId="599869645" sldId="263"/>
            <ac:graphicFrameMk id="21" creationId="{D651FC53-2F99-70A3-58D7-90977EBFF77D}"/>
          </ac:graphicFrameMkLst>
        </pc:graphicFrameChg>
      </pc:sldChg>
    </pc:docChg>
  </pc:docChgLst>
  <pc:docChgLst>
    <pc:chgData name="Young Kweon" userId="S::kweony01@myunitec.ac.nz::5bb15c8c-b1de-4ec5-bbf7-7dccc9295d51" providerId="AD" clId="Web-{8D923232-875A-8237-C90D-5D9FB111C220}"/>
    <pc:docChg chg="addSld modSld">
      <pc:chgData name="Young Kweon" userId="S::kweony01@myunitec.ac.nz::5bb15c8c-b1de-4ec5-bbf7-7dccc9295d51" providerId="AD" clId="Web-{8D923232-875A-8237-C90D-5D9FB111C220}" dt="2025-05-29T05:49:59.678" v="153" actId="20577"/>
      <pc:docMkLst>
        <pc:docMk/>
      </pc:docMkLst>
      <pc:sldChg chg="modSp">
        <pc:chgData name="Young Kweon" userId="S::kweony01@myunitec.ac.nz::5bb15c8c-b1de-4ec5-bbf7-7dccc9295d51" providerId="AD" clId="Web-{8D923232-875A-8237-C90D-5D9FB111C220}" dt="2025-05-29T05:47:59.128" v="66" actId="20577"/>
        <pc:sldMkLst>
          <pc:docMk/>
          <pc:sldMk cId="109857222" sldId="256"/>
        </pc:sldMkLst>
        <pc:spChg chg="mod">
          <ac:chgData name="Young Kweon" userId="S::kweony01@myunitec.ac.nz::5bb15c8c-b1de-4ec5-bbf7-7dccc9295d51" providerId="AD" clId="Web-{8D923232-875A-8237-C90D-5D9FB111C220}" dt="2025-05-29T05:47:59.128" v="6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Young Kweon" userId="S::kweony01@myunitec.ac.nz::5bb15c8c-b1de-4ec5-bbf7-7dccc9295d51" providerId="AD" clId="Web-{8D923232-875A-8237-C90D-5D9FB111C220}" dt="2025-05-29T05:47:04.392" v="5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Young Kweon" userId="S::kweony01@myunitec.ac.nz::5bb15c8c-b1de-4ec5-bbf7-7dccc9295d51" providerId="AD" clId="Web-{8D923232-875A-8237-C90D-5D9FB111C220}" dt="2025-05-29T05:49:17.833" v="104" actId="20577"/>
        <pc:sldMkLst>
          <pc:docMk/>
          <pc:sldMk cId="3797905097" sldId="257"/>
        </pc:sldMkLst>
        <pc:spChg chg="mod">
          <ac:chgData name="Young Kweon" userId="S::kweony01@myunitec.ac.nz::5bb15c8c-b1de-4ec5-bbf7-7dccc9295d51" providerId="AD" clId="Web-{8D923232-875A-8237-C90D-5D9FB111C220}" dt="2025-05-29T05:49:17.833" v="104" actId="20577"/>
          <ac:spMkLst>
            <pc:docMk/>
            <pc:sldMk cId="3797905097" sldId="257"/>
            <ac:spMk id="2" creationId="{E33127C4-6ACB-C366-9F8D-BA91124C8626}"/>
          </ac:spMkLst>
        </pc:spChg>
      </pc:sldChg>
      <pc:sldChg chg="modSp new">
        <pc:chgData name="Young Kweon" userId="S::kweony01@myunitec.ac.nz::5bb15c8c-b1de-4ec5-bbf7-7dccc9295d51" providerId="AD" clId="Web-{8D923232-875A-8237-C90D-5D9FB111C220}" dt="2025-05-29T05:49:32.021" v="135" actId="20577"/>
        <pc:sldMkLst>
          <pc:docMk/>
          <pc:sldMk cId="3345406338" sldId="258"/>
        </pc:sldMkLst>
        <pc:spChg chg="mod">
          <ac:chgData name="Young Kweon" userId="S::kweony01@myunitec.ac.nz::5bb15c8c-b1de-4ec5-bbf7-7dccc9295d51" providerId="AD" clId="Web-{8D923232-875A-8237-C90D-5D9FB111C220}" dt="2025-05-29T05:49:32.021" v="135" actId="20577"/>
          <ac:spMkLst>
            <pc:docMk/>
            <pc:sldMk cId="3345406338" sldId="258"/>
            <ac:spMk id="2" creationId="{6E663F77-3D89-BF36-AAAB-CF22E64622C4}"/>
          </ac:spMkLst>
        </pc:spChg>
      </pc:sldChg>
      <pc:sldChg chg="modSp new">
        <pc:chgData name="Young Kweon" userId="S::kweony01@myunitec.ac.nz::5bb15c8c-b1de-4ec5-bbf7-7dccc9295d51" providerId="AD" clId="Web-{8D923232-875A-8237-C90D-5D9FB111C220}" dt="2025-05-29T05:49:59.678" v="153" actId="20577"/>
        <pc:sldMkLst>
          <pc:docMk/>
          <pc:sldMk cId="3060073243" sldId="259"/>
        </pc:sldMkLst>
        <pc:spChg chg="mod">
          <ac:chgData name="Young Kweon" userId="S::kweony01@myunitec.ac.nz::5bb15c8c-b1de-4ec5-bbf7-7dccc9295d51" providerId="AD" clId="Web-{8D923232-875A-8237-C90D-5D9FB111C220}" dt="2025-05-29T05:49:59.678" v="153" actId="20577"/>
          <ac:spMkLst>
            <pc:docMk/>
            <pc:sldMk cId="3060073243" sldId="259"/>
            <ac:spMk id="2" creationId="{AF344E33-BA6B-D713-00F0-D8E2B35DA8EA}"/>
          </ac:spMkLst>
        </pc:spChg>
      </pc:sldChg>
    </pc:docChg>
  </pc:docChgLst>
  <pc:docChgLst>
    <pc:chgData name="Akshay Pragji" userId="S::pragja02@myunitec.ac.nz::d9516bb7-2ba6-41d1-9bbb-e2ede843cd24" providerId="AD" clId="Web-{B9E13E39-2902-C00D-DB80-F43B986C7ED5}"/>
    <pc:docChg chg="addSld modSld">
      <pc:chgData name="Akshay Pragji" userId="S::pragja02@myunitec.ac.nz::d9516bb7-2ba6-41d1-9bbb-e2ede843cd24" providerId="AD" clId="Web-{B9E13E39-2902-C00D-DB80-F43B986C7ED5}" dt="2025-06-24T05:50:17.426" v="3" actId="20577"/>
      <pc:docMkLst>
        <pc:docMk/>
      </pc:docMkLst>
      <pc:sldChg chg="modSp new">
        <pc:chgData name="Akshay Pragji" userId="S::pragja02@myunitec.ac.nz::d9516bb7-2ba6-41d1-9bbb-e2ede843cd24" providerId="AD" clId="Web-{B9E13E39-2902-C00D-DB80-F43B986C7ED5}" dt="2025-06-24T05:50:17.426" v="3" actId="20577"/>
        <pc:sldMkLst>
          <pc:docMk/>
          <pc:sldMk cId="663421090" sldId="265"/>
        </pc:sldMkLst>
        <pc:spChg chg="mod">
          <ac:chgData name="Akshay Pragji" userId="S::pragja02@myunitec.ac.nz::d9516bb7-2ba6-41d1-9bbb-e2ede843cd24" providerId="AD" clId="Web-{B9E13E39-2902-C00D-DB80-F43B986C7ED5}" dt="2025-06-24T05:50:17.426" v="3" actId="20577"/>
          <ac:spMkLst>
            <pc:docMk/>
            <pc:sldMk cId="663421090" sldId="265"/>
            <ac:spMk id="2" creationId="{9AE67014-3228-4469-A7D3-620359F667FC}"/>
          </ac:spMkLst>
        </pc:spChg>
      </pc:sldChg>
    </pc:docChg>
  </pc:docChgLst>
  <pc:docChgLst>
    <pc:chgData name="Akshay Pragji" userId="S::pragja02@myunitec.ac.nz::d9516bb7-2ba6-41d1-9bbb-e2ede843cd24" providerId="AD" clId="Web-{5ED9C4FC-9C21-C9B7-A2F8-4988E3200053}"/>
    <pc:docChg chg="modSld addMainMaster delMainMaster">
      <pc:chgData name="Akshay Pragji" userId="S::pragja02@myunitec.ac.nz::d9516bb7-2ba6-41d1-9bbb-e2ede843cd24" providerId="AD" clId="Web-{5ED9C4FC-9C21-C9B7-A2F8-4988E3200053}" dt="2025-06-19T06:04:45.159" v="10"/>
      <pc:docMkLst>
        <pc:docMk/>
      </pc:docMkLst>
      <pc:sldChg chg="modSp mod setBg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109857222" sldId="256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3797905097" sldId="257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797905097" sldId="257"/>
            <ac:spMk id="2" creationId="{E33127C4-6ACB-C366-9F8D-BA91124C8626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797905097" sldId="257"/>
            <ac:spMk id="3" creationId="{8FFF426B-072E-AA1A-6981-AA58C18CC054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3345406338" sldId="258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345406338" sldId="258"/>
            <ac:spMk id="2" creationId="{6E663F77-3D89-BF36-AAAB-CF22E64622C4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345406338" sldId="258"/>
            <ac:spMk id="3" creationId="{4503D57A-838F-65DB-65D2-20ED338050F7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3060073243" sldId="259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060073243" sldId="259"/>
            <ac:spMk id="2" creationId="{AF344E33-BA6B-D713-00F0-D8E2B35DA8EA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060073243" sldId="259"/>
            <ac:spMk id="3" creationId="{25085239-AA53-212C-C27B-5B9E02E743B6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3639462926" sldId="260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639462926" sldId="260"/>
            <ac:spMk id="2" creationId="{0408A036-A297-734C-C787-83DEE0B5F5D2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3639462926" sldId="260"/>
            <ac:spMk id="3" creationId="{E9626727-8342-04EA-0898-C3C1A3914C2E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91038720" sldId="261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91038720" sldId="261"/>
            <ac:spMk id="2" creationId="{F8BD0FF0-A798-BCDB-22DB-31A43B694249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91038720" sldId="261"/>
            <ac:spMk id="3" creationId="{826695EF-6261-AB51-3351-425F5A3A52BF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2418199327" sldId="262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2418199327" sldId="262"/>
            <ac:spMk id="2" creationId="{F2C5FD08-AAAE-83E7-874B-22D458222C9B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2418199327" sldId="262"/>
            <ac:spMk id="3" creationId="{947C353D-4A74-0C6F-67C6-93E42EE7B049}"/>
          </ac:spMkLst>
        </pc:spChg>
      </pc:sldChg>
      <pc:sldChg chg="modSp mod modClrScheme chgLayout">
        <pc:chgData name="Akshay Pragji" userId="S::pragja02@myunitec.ac.nz::d9516bb7-2ba6-41d1-9bbb-e2ede843cd24" providerId="AD" clId="Web-{5ED9C4FC-9C21-C9B7-A2F8-4988E3200053}" dt="2025-06-19T06:04:45.159" v="10"/>
        <pc:sldMkLst>
          <pc:docMk/>
          <pc:sldMk cId="599869645" sldId="263"/>
        </pc:sldMkLst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599869645" sldId="263"/>
            <ac:spMk id="2" creationId="{CE28C695-577F-73A5-F8C3-B96444079C3D}"/>
          </ac:spMkLst>
        </pc:spChg>
        <pc:spChg chg="mod ord">
          <ac:chgData name="Akshay Pragji" userId="S::pragja02@myunitec.ac.nz::d9516bb7-2ba6-41d1-9bbb-e2ede843cd24" providerId="AD" clId="Web-{5ED9C4FC-9C21-C9B7-A2F8-4988E3200053}" dt="2025-06-19T06:04:45.159" v="10"/>
          <ac:spMkLst>
            <pc:docMk/>
            <pc:sldMk cId="599869645" sldId="263"/>
            <ac:spMk id="3" creationId="{41594287-2363-21C1-B43D-A1F30714D034}"/>
          </ac:spMkLst>
        </pc:spChg>
      </pc:sldChg>
      <pc:sldMasterChg chg="del delSldLayout">
        <pc:chgData name="Akshay Pragji" userId="S::pragja02@myunitec.ac.nz::d9516bb7-2ba6-41d1-9bbb-e2ede843cd24" providerId="AD" clId="Web-{5ED9C4FC-9C21-C9B7-A2F8-4988E3200053}" dt="2025-06-19T06:01:52.732" v="5"/>
        <pc:sldMasterMkLst>
          <pc:docMk/>
          <pc:sldMasterMk cId="2460954070" sldId="2147483660"/>
        </pc:sldMasterMkLst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Akshay Pragji" userId="S::pragja02@myunitec.ac.nz::d9516bb7-2ba6-41d1-9bbb-e2ede843cd24" providerId="AD" clId="Web-{5ED9C4FC-9C21-C9B7-A2F8-4988E3200053}" dt="2025-06-19T06:01:52.732" v="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Akshay Pragji" userId="S::pragja02@myunitec.ac.nz::d9516bb7-2ba6-41d1-9bbb-e2ede843cd24" providerId="AD" clId="Web-{5ED9C4FC-9C21-C9B7-A2F8-4988E3200053}" dt="2025-06-19T06:03:14.031" v="6"/>
        <pc:sldMasterMkLst>
          <pc:docMk/>
          <pc:sldMasterMk cId="2918788532" sldId="2147483672"/>
        </pc:sldMasterMkLst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984799877" sldId="2147483673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2870052919" sldId="2147483674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3809004414" sldId="2147483675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1243569519" sldId="2147483676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533405134" sldId="2147483677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245996306" sldId="2147483678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2002803286" sldId="2147483679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1416506610" sldId="2147483680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2543589389" sldId="2147483681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4269434173" sldId="2147483682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3:14.031" v="6"/>
          <pc:sldLayoutMkLst>
            <pc:docMk/>
            <pc:sldMasterMk cId="2918788532" sldId="2147483672"/>
            <pc:sldLayoutMk cId="1969916138" sldId="2147483683"/>
          </pc:sldLayoutMkLst>
        </pc:sldLayoutChg>
      </pc:sldMasterChg>
      <pc:sldMasterChg chg="add del addSldLayout delSldLayout modSldLayout">
        <pc:chgData name="Akshay Pragji" userId="S::pragja02@myunitec.ac.nz::d9516bb7-2ba6-41d1-9bbb-e2ede843cd24" providerId="AD" clId="Web-{5ED9C4FC-9C21-C9B7-A2F8-4988E3200053}" dt="2025-06-19T06:04:45.159" v="10"/>
        <pc:sldMasterMkLst>
          <pc:docMk/>
          <pc:sldMasterMk cId="3467836694" sldId="2147483684"/>
        </pc:sldMasterMkLst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2379794547" sldId="2147483685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92397287" sldId="2147483686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323282243" sldId="2147483687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180478960" sldId="2147483688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38510229" sldId="2147483689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2312910156" sldId="2147483690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2042658442" sldId="2147483691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3165608309" sldId="2147483692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3152470671" sldId="2147483693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1377177509" sldId="2147483694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3467836694" sldId="2147483684"/>
            <pc:sldLayoutMk cId="1046948572" sldId="2147483695"/>
          </pc:sldLayoutMkLst>
        </pc:sldLayoutChg>
      </pc:sldMasterChg>
      <pc:sldMasterChg chg="add del addSldLayout delSldLayout modSldLayout">
        <pc:chgData name="Akshay Pragji" userId="S::pragja02@myunitec.ac.nz::d9516bb7-2ba6-41d1-9bbb-e2ede843cd24" providerId="AD" clId="Web-{5ED9C4FC-9C21-C9B7-A2F8-4988E3200053}" dt="2025-06-19T06:04:45.159" v="10"/>
        <pc:sldMasterMkLst>
          <pc:docMk/>
          <pc:sldMasterMk cId="28825689" sldId="2147483696"/>
        </pc:sldMasterMkLst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289089658" sldId="2147483697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1250095690" sldId="2147483698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60862998" sldId="2147483699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276444733" sldId="2147483700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4013608819" sldId="2147483701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3718963033" sldId="2147483702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2876676435" sldId="2147483703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375777290" sldId="2147483704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215996897" sldId="2147483705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2082598028" sldId="2147483706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45.159" v="10"/>
          <pc:sldLayoutMkLst>
            <pc:docMk/>
            <pc:sldMasterMk cId="28825689" sldId="2147483696"/>
            <pc:sldLayoutMk cId="1661790706" sldId="2147483707"/>
          </pc:sldLayoutMkLst>
        </pc:sldLayoutChg>
      </pc:sldMasterChg>
      <pc:sldMasterChg chg="add del addSldLayout delSldLayout modSldLayout">
        <pc:chgData name="Akshay Pragji" userId="S::pragja02@myunitec.ac.nz::d9516bb7-2ba6-41d1-9bbb-e2ede843cd24" providerId="AD" clId="Web-{5ED9C4FC-9C21-C9B7-A2F8-4988E3200053}" dt="2025-06-19T06:04:17.095" v="8"/>
        <pc:sldMasterMkLst>
          <pc:docMk/>
          <pc:sldMasterMk cId="1304297137" sldId="2147483696"/>
        </pc:sldMasterMkLst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629013916" sldId="2147483697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739348399" sldId="2147483698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904241151" sldId="2147483699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3987260211" sldId="2147483700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193076305" sldId="2147483701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428033373" sldId="2147483702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3040851460" sldId="2147483703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475578101" sldId="2147483704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986339179" sldId="2147483705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316927214" sldId="2147483706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2186288038" sldId="2147483707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460800958" sldId="2147483708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3466336172" sldId="2147483709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662841772" sldId="2147483710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3706764318" sldId="2147483711"/>
          </pc:sldLayoutMkLst>
        </pc:sldLayoutChg>
        <pc:sldLayoutChg chg="add del mod replId">
          <pc:chgData name="Akshay Pragji" userId="S::pragja02@myunitec.ac.nz::d9516bb7-2ba6-41d1-9bbb-e2ede843cd24" providerId="AD" clId="Web-{5ED9C4FC-9C21-C9B7-A2F8-4988E3200053}" dt="2025-06-19T06:04:17.095" v="8"/>
          <pc:sldLayoutMkLst>
            <pc:docMk/>
            <pc:sldMasterMk cId="1304297137" sldId="2147483696"/>
            <pc:sldLayoutMk cId="1099946081" sldId="2147483712"/>
          </pc:sldLayoutMkLst>
        </pc:sldLayoutChg>
      </pc:sldMasterChg>
    </pc:docChg>
  </pc:docChgLst>
  <pc:docChgLst>
    <pc:chgData name="Akshay Pragji" userId="S::pragja02@myunitec.ac.nz::d9516bb7-2ba6-41d1-9bbb-e2ede843cd24" providerId="AD" clId="Web-{95B675EA-2FDA-285A-941D-49B5F99F10A5}"/>
    <pc:docChg chg="addSld modSld">
      <pc:chgData name="Akshay Pragji" userId="S::pragja02@myunitec.ac.nz::d9516bb7-2ba6-41d1-9bbb-e2ede843cd24" providerId="AD" clId="Web-{95B675EA-2FDA-285A-941D-49B5F99F10A5}" dt="2025-06-16T19:42:20.135" v="279" actId="20577"/>
      <pc:docMkLst>
        <pc:docMk/>
      </pc:docMkLst>
      <pc:sldChg chg="modSp">
        <pc:chgData name="Akshay Pragji" userId="S::pragja02@myunitec.ac.nz::d9516bb7-2ba6-41d1-9bbb-e2ede843cd24" providerId="AD" clId="Web-{95B675EA-2FDA-285A-941D-49B5F99F10A5}" dt="2025-06-16T19:32:51.706" v="49" actId="20577"/>
        <pc:sldMkLst>
          <pc:docMk/>
          <pc:sldMk cId="3345406338" sldId="258"/>
        </pc:sldMkLst>
        <pc:spChg chg="mod">
          <ac:chgData name="Akshay Pragji" userId="S::pragja02@myunitec.ac.nz::d9516bb7-2ba6-41d1-9bbb-e2ede843cd24" providerId="AD" clId="Web-{95B675EA-2FDA-285A-941D-49B5F99F10A5}" dt="2025-06-16T19:30:43.706" v="38" actId="20577"/>
          <ac:spMkLst>
            <pc:docMk/>
            <pc:sldMk cId="3345406338" sldId="258"/>
            <ac:spMk id="2" creationId="{6E663F77-3D89-BF36-AAAB-CF22E64622C4}"/>
          </ac:spMkLst>
        </pc:spChg>
        <pc:spChg chg="mod">
          <ac:chgData name="Akshay Pragji" userId="S::pragja02@myunitec.ac.nz::d9516bb7-2ba6-41d1-9bbb-e2ede843cd24" providerId="AD" clId="Web-{95B675EA-2FDA-285A-941D-49B5F99F10A5}" dt="2025-06-16T19:32:51.706" v="49" actId="20577"/>
          <ac:spMkLst>
            <pc:docMk/>
            <pc:sldMk cId="3345406338" sldId="258"/>
            <ac:spMk id="3" creationId="{4503D57A-838F-65DB-65D2-20ED338050F7}"/>
          </ac:spMkLst>
        </pc:spChg>
      </pc:sldChg>
      <pc:sldChg chg="modSp new">
        <pc:chgData name="Akshay Pragji" userId="S::pragja02@myunitec.ac.nz::d9516bb7-2ba6-41d1-9bbb-e2ede843cd24" providerId="AD" clId="Web-{95B675EA-2FDA-285A-941D-49B5F99F10A5}" dt="2025-06-16T19:42:20.135" v="279" actId="20577"/>
        <pc:sldMkLst>
          <pc:docMk/>
          <pc:sldMk cId="599869645" sldId="263"/>
        </pc:sldMkLst>
        <pc:spChg chg="mod">
          <ac:chgData name="Akshay Pragji" userId="S::pragja02@myunitec.ac.nz::d9516bb7-2ba6-41d1-9bbb-e2ede843cd24" providerId="AD" clId="Web-{95B675EA-2FDA-285A-941D-49B5F99F10A5}" dt="2025-06-16T19:30:09.347" v="35" actId="20577"/>
          <ac:spMkLst>
            <pc:docMk/>
            <pc:sldMk cId="599869645" sldId="263"/>
            <ac:spMk id="2" creationId="{CE28C695-577F-73A5-F8C3-B96444079C3D}"/>
          </ac:spMkLst>
        </pc:spChg>
        <pc:spChg chg="mod">
          <ac:chgData name="Akshay Pragji" userId="S::pragja02@myunitec.ac.nz::d9516bb7-2ba6-41d1-9bbb-e2ede843cd24" providerId="AD" clId="Web-{95B675EA-2FDA-285A-941D-49B5F99F10A5}" dt="2025-06-16T19:42:20.135" v="279" actId="20577"/>
          <ac:spMkLst>
            <pc:docMk/>
            <pc:sldMk cId="599869645" sldId="263"/>
            <ac:spMk id="3" creationId="{41594287-2363-21C1-B43D-A1F30714D034}"/>
          </ac:spMkLst>
        </pc:spChg>
      </pc:sldChg>
    </pc:docChg>
  </pc:docChgLst>
  <pc:docChgLst>
    <pc:chgData name="Young Kweon" userId="S::kweony01@myunitec.ac.nz::5bb15c8c-b1de-4ec5-bbf7-7dccc9295d51" providerId="AD" clId="Web-{33CD1819-1C26-6839-A31E-24644740221D}"/>
    <pc:docChg chg="modSld">
      <pc:chgData name="Young Kweon" userId="S::kweony01@myunitec.ac.nz::5bb15c8c-b1de-4ec5-bbf7-7dccc9295d51" providerId="AD" clId="Web-{33CD1819-1C26-6839-A31E-24644740221D}" dt="2025-06-17T23:50:34.023" v="9" actId="20577"/>
      <pc:docMkLst>
        <pc:docMk/>
      </pc:docMkLst>
      <pc:sldChg chg="modSp">
        <pc:chgData name="Young Kweon" userId="S::kweony01@myunitec.ac.nz::5bb15c8c-b1de-4ec5-bbf7-7dccc9295d51" providerId="AD" clId="Web-{33CD1819-1C26-6839-A31E-24644740221D}" dt="2025-06-17T23:50:34.023" v="9" actId="20577"/>
        <pc:sldMkLst>
          <pc:docMk/>
          <pc:sldMk cId="3060073243" sldId="259"/>
        </pc:sldMkLst>
        <pc:spChg chg="mod">
          <ac:chgData name="Young Kweon" userId="S::kweony01@myunitec.ac.nz::5bb15c8c-b1de-4ec5-bbf7-7dccc9295d51" providerId="AD" clId="Web-{33CD1819-1C26-6839-A31E-24644740221D}" dt="2025-06-17T23:50:34.023" v="9" actId="20577"/>
          <ac:spMkLst>
            <pc:docMk/>
            <pc:sldMk cId="3060073243" sldId="259"/>
            <ac:spMk id="3" creationId="{25085239-AA53-212C-C27B-5B9E02E743B6}"/>
          </ac:spMkLst>
        </pc:spChg>
      </pc:sldChg>
    </pc:docChg>
  </pc:docChgLst>
  <pc:docChgLst>
    <pc:chgData name="Jing Shen" userId="S::shenj24@myunitec.ac.nz::0c1ce1f6-b515-4548-bff3-06f77e120666" providerId="AD" clId="Web-{925F0691-2287-7E00-9C16-1ED09D87081F}"/>
    <pc:docChg chg="addSld delSld modSld">
      <pc:chgData name="Jing Shen" userId="S::shenj24@myunitec.ac.nz::0c1ce1f6-b515-4548-bff3-06f77e120666" providerId="AD" clId="Web-{925F0691-2287-7E00-9C16-1ED09D87081F}" dt="2025-06-19T10:02:11.881" v="373"/>
      <pc:docMkLst>
        <pc:docMk/>
      </pc:docMkLst>
      <pc:sldChg chg="addSp delSp modSp mod modClrScheme chgLayout">
        <pc:chgData name="Jing Shen" userId="S::shenj24@myunitec.ac.nz::0c1ce1f6-b515-4548-bff3-06f77e120666" providerId="AD" clId="Web-{925F0691-2287-7E00-9C16-1ED09D87081F}" dt="2025-06-19T09:11:06.525" v="253" actId="1076"/>
        <pc:sldMkLst>
          <pc:docMk/>
          <pc:sldMk cId="3797905097" sldId="257"/>
        </pc:sldMkLst>
        <pc:spChg chg="mod">
          <ac:chgData name="Jing Shen" userId="S::shenj24@myunitec.ac.nz::0c1ce1f6-b515-4548-bff3-06f77e120666" providerId="AD" clId="Web-{925F0691-2287-7E00-9C16-1ED09D87081F}" dt="2025-06-19T09:02:14.350" v="227" actId="14100"/>
          <ac:spMkLst>
            <pc:docMk/>
            <pc:sldMk cId="3797905097" sldId="257"/>
            <ac:spMk id="2" creationId="{E33127C4-6ACB-C366-9F8D-BA91124C8626}"/>
          </ac:spMkLst>
        </pc:spChg>
        <pc:spChg chg="del mod">
          <ac:chgData name="Jing Shen" userId="S::shenj24@myunitec.ac.nz::0c1ce1f6-b515-4548-bff3-06f77e120666" providerId="AD" clId="Web-{925F0691-2287-7E00-9C16-1ED09D87081F}" dt="2025-06-19T09:01:10.536" v="223"/>
          <ac:spMkLst>
            <pc:docMk/>
            <pc:sldMk cId="3797905097" sldId="257"/>
            <ac:spMk id="3" creationId="{8FFF426B-072E-AA1A-6981-AA58C18CC054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1.720" v="82"/>
          <ac:spMkLst>
            <pc:docMk/>
            <pc:sldMk cId="3797905097" sldId="257"/>
            <ac:spMk id="9" creationId="{D7634B9F-0D4C-4E19-9B6B-81F771FA147C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1.720" v="82"/>
          <ac:spMkLst>
            <pc:docMk/>
            <pc:sldMk cId="3797905097" sldId="257"/>
            <ac:spMk id="11" creationId="{7FE0979A-CD7A-3FA4-F9F2-299739D3908B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1.720" v="82"/>
          <ac:spMkLst>
            <pc:docMk/>
            <pc:sldMk cId="3797905097" sldId="257"/>
            <ac:spMk id="13" creationId="{BA85085A-0704-5E83-0C78-9F2B7C8FDAEC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4.298" v="84"/>
          <ac:spMkLst>
            <pc:docMk/>
            <pc:sldMk cId="3797905097" sldId="257"/>
            <ac:spMk id="15" creationId="{70C5482E-4E3F-5F6F-1738-F1C8BA79C68A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4.298" v="84"/>
          <ac:spMkLst>
            <pc:docMk/>
            <pc:sldMk cId="3797905097" sldId="257"/>
            <ac:spMk id="16" creationId="{E199817A-65A3-ACCC-3D7A-AC86C2D3AC82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46:24.298" v="84"/>
          <ac:spMkLst>
            <pc:docMk/>
            <pc:sldMk cId="3797905097" sldId="257"/>
            <ac:spMk id="17" creationId="{2AD1DCF3-1475-80BB-6C06-EBE85A1B2B7A}"/>
          </ac:spMkLst>
        </pc:spChg>
        <pc:spChg chg="add mod">
          <ac:chgData name="Jing Shen" userId="S::shenj24@myunitec.ac.nz::0c1ce1f6-b515-4548-bff3-06f77e120666" providerId="AD" clId="Web-{925F0691-2287-7E00-9C16-1ED09D87081F}" dt="2025-06-19T08:46:24.392" v="85"/>
          <ac:spMkLst>
            <pc:docMk/>
            <pc:sldMk cId="3797905097" sldId="257"/>
            <ac:spMk id="19" creationId="{F0D47881-56D5-DD91-4934-392BD9B07722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9:00:59.676" v="222"/>
          <ac:spMkLst>
            <pc:docMk/>
            <pc:sldMk cId="3797905097" sldId="257"/>
            <ac:spMk id="20" creationId="{FC775A76-EFB6-08E0-D391-86E01F33F852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9:01:26.599" v="226"/>
          <ac:spMkLst>
            <pc:docMk/>
            <pc:sldMk cId="3797905097" sldId="257"/>
            <ac:spMk id="21" creationId="{C17798BA-4879-0614-AE7D-CCCBD0F20FF2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56:41.617" v="150"/>
          <ac:spMkLst>
            <pc:docMk/>
            <pc:sldMk cId="3797905097" sldId="257"/>
            <ac:spMk id="566" creationId="{986C0CD3-8431-0C61-2568-1B85323BC5F2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8:56:51.056" v="155"/>
          <ac:spMkLst>
            <pc:docMk/>
            <pc:sldMk cId="3797905097" sldId="257"/>
            <ac:spMk id="567" creationId="{487AB831-1A62-9858-787C-B5C386229BCD}"/>
          </ac:spMkLst>
        </pc:spChg>
        <pc:spChg chg="add del">
          <ac:chgData name="Jing Shen" userId="S::shenj24@myunitec.ac.nz::0c1ce1f6-b515-4548-bff3-06f77e120666" providerId="AD" clId="Web-{925F0691-2287-7E00-9C16-1ED09D87081F}" dt="2025-06-19T08:56:56.789" v="157"/>
          <ac:spMkLst>
            <pc:docMk/>
            <pc:sldMk cId="3797905097" sldId="257"/>
            <ac:spMk id="568" creationId="{5FBCF7D4-60A9-BA7D-2B6E-6BD80355DF15}"/>
          </ac:spMkLst>
        </pc:spChg>
        <pc:spChg chg="add del">
          <ac:chgData name="Jing Shen" userId="S::shenj24@myunitec.ac.nz::0c1ce1f6-b515-4548-bff3-06f77e120666" providerId="AD" clId="Web-{925F0691-2287-7E00-9C16-1ED09D87081F}" dt="2025-06-19T08:57:26.509" v="163"/>
          <ac:spMkLst>
            <pc:docMk/>
            <pc:sldMk cId="3797905097" sldId="257"/>
            <ac:spMk id="570" creationId="{40AF8B24-06CE-8EA4-557B-07BF3EF93AF5}"/>
          </ac:spMkLst>
        </pc:spChg>
        <pc:spChg chg="add del">
          <ac:chgData name="Jing Shen" userId="S::shenj24@myunitec.ac.nz::0c1ce1f6-b515-4548-bff3-06f77e120666" providerId="AD" clId="Web-{925F0691-2287-7E00-9C16-1ED09D87081F}" dt="2025-06-19T08:57:57.668" v="168"/>
          <ac:spMkLst>
            <pc:docMk/>
            <pc:sldMk cId="3797905097" sldId="257"/>
            <ac:spMk id="572" creationId="{40AD5B04-93D4-4D1F-90AB-167663A6C611}"/>
          </ac:spMkLst>
        </pc:spChg>
        <pc:spChg chg="add del">
          <ac:chgData name="Jing Shen" userId="S::shenj24@myunitec.ac.nz::0c1ce1f6-b515-4548-bff3-06f77e120666" providerId="AD" clId="Web-{925F0691-2287-7E00-9C16-1ED09D87081F}" dt="2025-06-19T08:58:05.075" v="172"/>
          <ac:spMkLst>
            <pc:docMk/>
            <pc:sldMk cId="3797905097" sldId="257"/>
            <ac:spMk id="574" creationId="{60464D14-3314-B4DB-056E-6C8D0302597C}"/>
          </ac:spMkLst>
        </pc:spChg>
        <pc:spChg chg="add del">
          <ac:chgData name="Jing Shen" userId="S::shenj24@myunitec.ac.nz::0c1ce1f6-b515-4548-bff3-06f77e120666" providerId="AD" clId="Web-{925F0691-2287-7E00-9C16-1ED09D87081F}" dt="2025-06-19T08:58:44.514" v="189"/>
          <ac:spMkLst>
            <pc:docMk/>
            <pc:sldMk cId="3797905097" sldId="257"/>
            <ac:spMk id="576" creationId="{7C4FCA69-71DB-3F28-2ED2-ABBDF8A7ED42}"/>
          </ac:spMkLst>
        </pc:spChg>
        <pc:spChg chg="add del">
          <ac:chgData name="Jing Shen" userId="S::shenj24@myunitec.ac.nz::0c1ce1f6-b515-4548-bff3-06f77e120666" providerId="AD" clId="Web-{925F0691-2287-7E00-9C16-1ED09D87081F}" dt="2025-06-19T08:58:55.030" v="192"/>
          <ac:spMkLst>
            <pc:docMk/>
            <pc:sldMk cId="3797905097" sldId="257"/>
            <ac:spMk id="578" creationId="{6059A4AA-E0DB-89A7-BDA8-C411584C3D15}"/>
          </ac:spMkLst>
        </pc:spChg>
        <pc:spChg chg="add del">
          <ac:chgData name="Jing Shen" userId="S::shenj24@myunitec.ac.nz::0c1ce1f6-b515-4548-bff3-06f77e120666" providerId="AD" clId="Web-{925F0691-2287-7E00-9C16-1ED09D87081F}" dt="2025-06-19T08:59:10.155" v="197"/>
          <ac:spMkLst>
            <pc:docMk/>
            <pc:sldMk cId="3797905097" sldId="257"/>
            <ac:spMk id="580" creationId="{B8652009-DB63-9E55-0685-A3AE1F2AA75B}"/>
          </ac:spMkLst>
        </pc:spChg>
        <pc:spChg chg="add del">
          <ac:chgData name="Jing Shen" userId="S::shenj24@myunitec.ac.nz::0c1ce1f6-b515-4548-bff3-06f77e120666" providerId="AD" clId="Web-{925F0691-2287-7E00-9C16-1ED09D87081F}" dt="2025-06-19T08:59:23.859" v="201"/>
          <ac:spMkLst>
            <pc:docMk/>
            <pc:sldMk cId="3797905097" sldId="257"/>
            <ac:spMk id="582" creationId="{E7949C73-6FDA-4664-C3D5-EFFCEE51B93B}"/>
          </ac:spMkLst>
        </pc:spChg>
        <pc:spChg chg="add del mod">
          <ac:chgData name="Jing Shen" userId="S::shenj24@myunitec.ac.nz::0c1ce1f6-b515-4548-bff3-06f77e120666" providerId="AD" clId="Web-{925F0691-2287-7E00-9C16-1ED09D87081F}" dt="2025-06-19T09:01:14.926" v="224"/>
          <ac:spMkLst>
            <pc:docMk/>
            <pc:sldMk cId="3797905097" sldId="257"/>
            <ac:spMk id="585" creationId="{52D843A7-4C3D-215D-4B45-30F0E6DB0AEF}"/>
          </ac:spMkLst>
        </pc:spChg>
        <pc:spChg chg="add del">
          <ac:chgData name="Jing Shen" userId="S::shenj24@myunitec.ac.nz::0c1ce1f6-b515-4548-bff3-06f77e120666" providerId="AD" clId="Web-{925F0691-2287-7E00-9C16-1ED09D87081F}" dt="2025-06-19T09:10:24.571" v="242"/>
          <ac:spMkLst>
            <pc:docMk/>
            <pc:sldMk cId="3797905097" sldId="257"/>
            <ac:spMk id="586" creationId="{828ACEF1-CBFF-8B59-DEFA-756F2C4D222A}"/>
          </ac:spMkLst>
        </pc:spChg>
        <pc:graphicFrameChg chg="add del mod modGraphic">
          <ac:chgData name="Jing Shen" userId="S::shenj24@myunitec.ac.nz::0c1ce1f6-b515-4548-bff3-06f77e120666" providerId="AD" clId="Web-{925F0691-2287-7E00-9C16-1ED09D87081F}" dt="2025-06-19T08:49:33.758" v="112"/>
          <ac:graphicFrameMkLst>
            <pc:docMk/>
            <pc:sldMk cId="3797905097" sldId="257"/>
            <ac:graphicFrameMk id="4" creationId="{EDABC418-7094-EF36-A121-1A56D62B0968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46:51.424" v="87"/>
          <ac:graphicFrameMkLst>
            <pc:docMk/>
            <pc:sldMk cId="3797905097" sldId="257"/>
            <ac:graphicFrameMk id="76" creationId="{47EF6651-B68C-120B-6896-2FF0AECDD99A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51:50.044" v="124"/>
          <ac:graphicFrameMkLst>
            <pc:docMk/>
            <pc:sldMk cId="3797905097" sldId="257"/>
            <ac:graphicFrameMk id="393" creationId="{438B6BED-52A4-FD17-C0E9-3B625DA9311C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52:18.576" v="126"/>
          <ac:graphicFrameMkLst>
            <pc:docMk/>
            <pc:sldMk cId="3797905097" sldId="257"/>
            <ac:graphicFrameMk id="478" creationId="{BB3AFE36-3265-299B-D418-67CDAC5097F6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52:57.124" v="128"/>
          <ac:graphicFrameMkLst>
            <pc:docMk/>
            <pc:sldMk cId="3797905097" sldId="257"/>
            <ac:graphicFrameMk id="486" creationId="{91227459-934F-6BF3-A5C6-9F76270092D2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56:13.569" v="146"/>
          <ac:graphicFrameMkLst>
            <pc:docMk/>
            <pc:sldMk cId="3797905097" sldId="257"/>
            <ac:graphicFrameMk id="498" creationId="{0B8DF657-77A4-71B8-8328-2499A17DBA7E}"/>
          </ac:graphicFrameMkLst>
        </pc:graphicFrameChg>
        <pc:graphicFrameChg chg="add del mod modGraphic">
          <ac:chgData name="Jing Shen" userId="S::shenj24@myunitec.ac.nz::0c1ce1f6-b515-4548-bff3-06f77e120666" providerId="AD" clId="Web-{925F0691-2287-7E00-9C16-1ED09D87081F}" dt="2025-06-19T08:55:59.912" v="142"/>
          <ac:graphicFrameMkLst>
            <pc:docMk/>
            <pc:sldMk cId="3797905097" sldId="257"/>
            <ac:graphicFrameMk id="499" creationId="{7DCD1544-B430-83D8-1AC7-0CF9C1EA3A96}"/>
          </ac:graphicFrameMkLst>
        </pc:graphicFrameChg>
        <pc:picChg chg="add mod">
          <ac:chgData name="Jing Shen" userId="S::shenj24@myunitec.ac.nz::0c1ce1f6-b515-4548-bff3-06f77e120666" providerId="AD" clId="Web-{925F0691-2287-7E00-9C16-1ED09D87081F}" dt="2025-06-19T09:00:44.660" v="221" actId="1076"/>
          <ac:picMkLst>
            <pc:docMk/>
            <pc:sldMk cId="3797905097" sldId="257"/>
            <ac:picMk id="569" creationId="{E767B3B8-B204-7DEF-7191-0BF6D05DA9C9}"/>
          </ac:picMkLst>
        </pc:picChg>
        <pc:picChg chg="add del mod">
          <ac:chgData name="Jing Shen" userId="S::shenj24@myunitec.ac.nz::0c1ce1f6-b515-4548-bff3-06f77e120666" providerId="AD" clId="Web-{925F0691-2287-7E00-9C16-1ED09D87081F}" dt="2025-06-19T08:57:34.744" v="164"/>
          <ac:picMkLst>
            <pc:docMk/>
            <pc:sldMk cId="3797905097" sldId="257"/>
            <ac:picMk id="571" creationId="{765F3659-DBA4-A7CB-DDCF-9A6411DC7FC3}"/>
          </ac:picMkLst>
        </pc:picChg>
        <pc:picChg chg="add del mod">
          <ac:chgData name="Jing Shen" userId="S::shenj24@myunitec.ac.nz::0c1ce1f6-b515-4548-bff3-06f77e120666" providerId="AD" clId="Web-{925F0691-2287-7E00-9C16-1ED09D87081F}" dt="2025-06-19T09:09:46.038" v="236"/>
          <ac:picMkLst>
            <pc:docMk/>
            <pc:sldMk cId="3797905097" sldId="257"/>
            <ac:picMk id="573" creationId="{D88B94E1-08E1-BDD6-CDD5-42C5240DC4FB}"/>
          </ac:picMkLst>
        </pc:picChg>
        <pc:picChg chg="add del mod">
          <ac:chgData name="Jing Shen" userId="S::shenj24@myunitec.ac.nz::0c1ce1f6-b515-4548-bff3-06f77e120666" providerId="AD" clId="Web-{925F0691-2287-7E00-9C16-1ED09D87081F}" dt="2025-06-19T09:10:14.492" v="239" actId="1076"/>
          <ac:picMkLst>
            <pc:docMk/>
            <pc:sldMk cId="3797905097" sldId="257"/>
            <ac:picMk id="575" creationId="{61282509-8DC3-E6F5-AD9F-81F46E5016F6}"/>
          </ac:picMkLst>
        </pc:picChg>
        <pc:picChg chg="add mod">
          <ac:chgData name="Jing Shen" userId="S::shenj24@myunitec.ac.nz::0c1ce1f6-b515-4548-bff3-06f77e120666" providerId="AD" clId="Web-{925F0691-2287-7E00-9C16-1ED09D87081F}" dt="2025-06-19T09:11:00.697" v="251" actId="1076"/>
          <ac:picMkLst>
            <pc:docMk/>
            <pc:sldMk cId="3797905097" sldId="257"/>
            <ac:picMk id="577" creationId="{F3C18786-C41E-167C-E995-4289EEFD7E6F}"/>
          </ac:picMkLst>
        </pc:picChg>
        <pc:picChg chg="add mod">
          <ac:chgData name="Jing Shen" userId="S::shenj24@myunitec.ac.nz::0c1ce1f6-b515-4548-bff3-06f77e120666" providerId="AD" clId="Web-{925F0691-2287-7E00-9C16-1ED09D87081F}" dt="2025-06-19T09:10:55.681" v="249" actId="14100"/>
          <ac:picMkLst>
            <pc:docMk/>
            <pc:sldMk cId="3797905097" sldId="257"/>
            <ac:picMk id="579" creationId="{CEA94662-F8DF-439A-7472-D6C7E0AD641B}"/>
          </ac:picMkLst>
        </pc:picChg>
        <pc:picChg chg="add del mod">
          <ac:chgData name="Jing Shen" userId="S::shenj24@myunitec.ac.nz::0c1ce1f6-b515-4548-bff3-06f77e120666" providerId="AD" clId="Web-{925F0691-2287-7E00-9C16-1ED09D87081F}" dt="2025-06-19T08:59:05.858" v="196"/>
          <ac:picMkLst>
            <pc:docMk/>
            <pc:sldMk cId="3797905097" sldId="257"/>
            <ac:picMk id="581" creationId="{5682F1FB-F5B2-766C-67C5-6929FAE48D88}"/>
          </ac:picMkLst>
        </pc:picChg>
        <pc:picChg chg="add mod">
          <ac:chgData name="Jing Shen" userId="S::shenj24@myunitec.ac.nz::0c1ce1f6-b515-4548-bff3-06f77e120666" providerId="AD" clId="Web-{925F0691-2287-7E00-9C16-1ED09D87081F}" dt="2025-06-19T09:11:04.916" v="252" actId="1076"/>
          <ac:picMkLst>
            <pc:docMk/>
            <pc:sldMk cId="3797905097" sldId="257"/>
            <ac:picMk id="583" creationId="{1325CAA6-2F4E-FA94-5F8D-D0A1645588FC}"/>
          </ac:picMkLst>
        </pc:picChg>
        <pc:picChg chg="add mod">
          <ac:chgData name="Jing Shen" userId="S::shenj24@myunitec.ac.nz::0c1ce1f6-b515-4548-bff3-06f77e120666" providerId="AD" clId="Web-{925F0691-2287-7E00-9C16-1ED09D87081F}" dt="2025-06-19T09:11:06.525" v="253" actId="1076"/>
          <ac:picMkLst>
            <pc:docMk/>
            <pc:sldMk cId="3797905097" sldId="257"/>
            <ac:picMk id="587" creationId="{FBDAAE84-C0E6-AD2B-C5BE-736448A013D3}"/>
          </ac:picMkLst>
        </pc:picChg>
      </pc:sldChg>
      <pc:sldChg chg="addSp delSp modSp add del">
        <pc:chgData name="Jing Shen" userId="S::shenj24@myunitec.ac.nz::0c1ce1f6-b515-4548-bff3-06f77e120666" providerId="AD" clId="Web-{925F0691-2287-7E00-9C16-1ED09D87081F}" dt="2025-06-19T10:02:11.881" v="373"/>
        <pc:sldMkLst>
          <pc:docMk/>
          <pc:sldMk cId="3639462926" sldId="260"/>
        </pc:sldMkLst>
        <pc:spChg chg="mod">
          <ac:chgData name="Jing Shen" userId="S::shenj24@myunitec.ac.nz::0c1ce1f6-b515-4548-bff3-06f77e120666" providerId="AD" clId="Web-{925F0691-2287-7E00-9C16-1ED09D87081F}" dt="2025-06-19T10:01:38.114" v="369" actId="20577"/>
          <ac:spMkLst>
            <pc:docMk/>
            <pc:sldMk cId="3639462926" sldId="260"/>
            <ac:spMk id="3" creationId="{E9626727-8342-04EA-0898-C3C1A3914C2E}"/>
          </ac:spMkLst>
        </pc:spChg>
        <pc:spChg chg="add del">
          <ac:chgData name="Jing Shen" userId="S::shenj24@myunitec.ac.nz::0c1ce1f6-b515-4548-bff3-06f77e120666" providerId="AD" clId="Web-{925F0691-2287-7E00-9C16-1ED09D87081F}" dt="2025-06-19T09:59:13.014" v="345"/>
          <ac:spMkLst>
            <pc:docMk/>
            <pc:sldMk cId="3639462926" sldId="260"/>
            <ac:spMk id="4" creationId="{4175045F-7932-26BA-23A9-1EA0342888C6}"/>
          </ac:spMkLst>
        </pc:spChg>
        <pc:spChg chg="add mod">
          <ac:chgData name="Jing Shen" userId="S::shenj24@myunitec.ac.nz::0c1ce1f6-b515-4548-bff3-06f77e120666" providerId="AD" clId="Web-{925F0691-2287-7E00-9C16-1ED09D87081F}" dt="2025-06-19T10:01:46.552" v="371" actId="20577"/>
          <ac:spMkLst>
            <pc:docMk/>
            <pc:sldMk cId="3639462926" sldId="260"/>
            <ac:spMk id="5" creationId="{55845479-7546-5533-2101-BFC98E678443}"/>
          </ac:spMkLst>
        </pc:spChg>
      </pc:sldChg>
      <pc:sldChg chg="addSp delSp modSp new">
        <pc:chgData name="Jing Shen" userId="S::shenj24@myunitec.ac.nz::0c1ce1f6-b515-4548-bff3-06f77e120666" providerId="AD" clId="Web-{925F0691-2287-7E00-9C16-1ED09D87081F}" dt="2025-06-19T09:58:33.529" v="343"/>
        <pc:sldMkLst>
          <pc:docMk/>
          <pc:sldMk cId="3324196154" sldId="264"/>
        </pc:sldMkLst>
        <pc:spChg chg="mod">
          <ac:chgData name="Jing Shen" userId="S::shenj24@myunitec.ac.nz::0c1ce1f6-b515-4548-bff3-06f77e120666" providerId="AD" clId="Web-{925F0691-2287-7E00-9C16-1ED09D87081F}" dt="2025-06-19T09:03:56.854" v="235" actId="20577"/>
          <ac:spMkLst>
            <pc:docMk/>
            <pc:sldMk cId="3324196154" sldId="264"/>
            <ac:spMk id="2" creationId="{F9404642-566F-0105-717F-88E3C4ADC0A6}"/>
          </ac:spMkLst>
        </pc:spChg>
        <pc:graphicFrameChg chg="add mod modGraphic">
          <ac:chgData name="Jing Shen" userId="S::shenj24@myunitec.ac.nz::0c1ce1f6-b515-4548-bff3-06f77e120666" providerId="AD" clId="Web-{925F0691-2287-7E00-9C16-1ED09D87081F}" dt="2025-06-19T09:55:16.287" v="329"/>
          <ac:graphicFrameMkLst>
            <pc:docMk/>
            <pc:sldMk cId="3324196154" sldId="264"/>
            <ac:graphicFrameMk id="3" creationId="{1793B941-09CC-2A15-1F35-7CB48FF81295}"/>
          </ac:graphicFrameMkLst>
        </pc:graphicFrameChg>
        <pc:graphicFrameChg chg="del mod modGraphic">
          <ac:chgData name="Jing Shen" userId="S::shenj24@myunitec.ac.nz::0c1ce1f6-b515-4548-bff3-06f77e120666" providerId="AD" clId="Web-{925F0691-2287-7E00-9C16-1ED09D87081F}" dt="2025-06-19T09:53:27.812" v="262"/>
          <ac:graphicFrameMkLst>
            <pc:docMk/>
            <pc:sldMk cId="3324196154" sldId="264"/>
            <ac:graphicFrameMk id="13" creationId="{8F9C721E-998B-CBFD-CB78-6BD97494B540}"/>
          </ac:graphicFrameMkLst>
        </pc:graphicFrameChg>
        <pc:graphicFrameChg chg="mod modGraphic">
          <ac:chgData name="Jing Shen" userId="S::shenj24@myunitec.ac.nz::0c1ce1f6-b515-4548-bff3-06f77e120666" providerId="AD" clId="Web-{925F0691-2287-7E00-9C16-1ED09D87081F}" dt="2025-06-19T09:58:33.529" v="343"/>
          <ac:graphicFrameMkLst>
            <pc:docMk/>
            <pc:sldMk cId="3324196154" sldId="264"/>
            <ac:graphicFrameMk id="17" creationId="{C470B926-01AB-4F50-E971-D98DCEDB7369}"/>
          </ac:graphicFrameMkLst>
        </pc:graphicFrameChg>
      </pc:sldChg>
    </pc:docChg>
  </pc:docChgLst>
  <pc:docChgLst>
    <pc:chgData name="Akshay Pragji" userId="S::pragja02@myunitec.ac.nz::d9516bb7-2ba6-41d1-9bbb-e2ede843cd24" providerId="AD" clId="Web-{B1696A6A-4B0B-AF89-644B-FA14C0E96E82}"/>
    <pc:docChg chg="modSld">
      <pc:chgData name="Akshay Pragji" userId="S::pragja02@myunitec.ac.nz::d9516bb7-2ba6-41d1-9bbb-e2ede843cd24" providerId="AD" clId="Web-{B1696A6A-4B0B-AF89-644B-FA14C0E96E82}" dt="2025-06-20T02:06:20.102" v="9" actId="14100"/>
      <pc:docMkLst>
        <pc:docMk/>
      </pc:docMkLst>
      <pc:sldChg chg="addSp delSp modSp mod setBg modClrScheme chgLayout">
        <pc:chgData name="Akshay Pragji" userId="S::pragja02@myunitec.ac.nz::d9516bb7-2ba6-41d1-9bbb-e2ede843cd24" providerId="AD" clId="Web-{B1696A6A-4B0B-AF89-644B-FA14C0E96E82}" dt="2025-06-20T02:06:20.102" v="9" actId="14100"/>
        <pc:sldMkLst>
          <pc:docMk/>
          <pc:sldMk cId="91038720" sldId="261"/>
        </pc:sldMkLst>
        <pc:spChg chg="mod">
          <ac:chgData name="Akshay Pragji" userId="S::pragja02@myunitec.ac.nz::d9516bb7-2ba6-41d1-9bbb-e2ede843cd24" providerId="AD" clId="Web-{B1696A6A-4B0B-AF89-644B-FA14C0E96E82}" dt="2025-06-20T02:05:39.163" v="5"/>
          <ac:spMkLst>
            <pc:docMk/>
            <pc:sldMk cId="91038720" sldId="261"/>
            <ac:spMk id="2" creationId="{F8BD0FF0-A798-BCDB-22DB-31A43B694249}"/>
          </ac:spMkLst>
        </pc:spChg>
        <pc:spChg chg="del">
          <ac:chgData name="Akshay Pragji" userId="S::pragja02@myunitec.ac.nz::d9516bb7-2ba6-41d1-9bbb-e2ede843cd24" providerId="AD" clId="Web-{B1696A6A-4B0B-AF89-644B-FA14C0E96E82}" dt="2025-06-20T02:05:05.006" v="0"/>
          <ac:spMkLst>
            <pc:docMk/>
            <pc:sldMk cId="91038720" sldId="261"/>
            <ac:spMk id="3" creationId="{826695EF-6261-AB51-3351-425F5A3A52BF}"/>
          </ac:spMkLst>
        </pc:spChg>
        <pc:spChg chg="add mod">
          <ac:chgData name="Akshay Pragji" userId="S::pragja02@myunitec.ac.nz::d9516bb7-2ba6-41d1-9bbb-e2ede843cd24" providerId="AD" clId="Web-{B1696A6A-4B0B-AF89-644B-FA14C0E96E82}" dt="2025-06-20T02:05:39.163" v="5"/>
          <ac:spMkLst>
            <pc:docMk/>
            <pc:sldMk cId="91038720" sldId="261"/>
            <ac:spMk id="6" creationId="{C336FF7C-6B76-6221-2278-25D929A4AD9C}"/>
          </ac:spMkLst>
        </pc:spChg>
        <pc:spChg chg="add mod">
          <ac:chgData name="Akshay Pragji" userId="S::pragja02@myunitec.ac.nz::d9516bb7-2ba6-41d1-9bbb-e2ede843cd24" providerId="AD" clId="Web-{B1696A6A-4B0B-AF89-644B-FA14C0E96E82}" dt="2025-06-20T02:05:39.163" v="5"/>
          <ac:spMkLst>
            <pc:docMk/>
            <pc:sldMk cId="91038720" sldId="261"/>
            <ac:spMk id="7" creationId="{A95DAABA-C9F2-839F-9773-04DEA585819E}"/>
          </ac:spMkLst>
        </pc:spChg>
        <pc:spChg chg="add mod">
          <ac:chgData name="Akshay Pragji" userId="S::pragja02@myunitec.ac.nz::d9516bb7-2ba6-41d1-9bbb-e2ede843cd24" providerId="AD" clId="Web-{B1696A6A-4B0B-AF89-644B-FA14C0E96E82}" dt="2025-06-20T02:05:39.163" v="5"/>
          <ac:spMkLst>
            <pc:docMk/>
            <pc:sldMk cId="91038720" sldId="261"/>
            <ac:spMk id="8" creationId="{4320B384-61B1-CE44-BAFE-A8B50A96793A}"/>
          </ac:spMkLst>
        </pc:spChg>
        <pc:spChg chg="add del mod">
          <ac:chgData name="Akshay Pragji" userId="S::pragja02@myunitec.ac.nz::d9516bb7-2ba6-41d1-9bbb-e2ede843cd24" providerId="AD" clId="Web-{B1696A6A-4B0B-AF89-644B-FA14C0E96E82}" dt="2025-06-20T02:05:49.992" v="6"/>
          <ac:spMkLst>
            <pc:docMk/>
            <pc:sldMk cId="91038720" sldId="261"/>
            <ac:spMk id="12" creationId="{5B3EA845-0C7B-4724-ABC3-BB85CAFDF4B9}"/>
          </ac:spMkLst>
        </pc:spChg>
        <pc:graphicFrameChg chg="add mod modGraphic">
          <ac:chgData name="Akshay Pragji" userId="S::pragja02@myunitec.ac.nz::d9516bb7-2ba6-41d1-9bbb-e2ede843cd24" providerId="AD" clId="Web-{B1696A6A-4B0B-AF89-644B-FA14C0E96E82}" dt="2025-06-20T02:06:20.102" v="9" actId="14100"/>
          <ac:graphicFrameMkLst>
            <pc:docMk/>
            <pc:sldMk cId="91038720" sldId="261"/>
            <ac:graphicFrameMk id="10" creationId="{8B06EA22-0FB1-B3AA-83D1-1CA7F12D8F33}"/>
          </ac:graphicFrameMkLst>
        </pc:graphicFrameChg>
      </pc:sldChg>
    </pc:docChg>
  </pc:docChgLst>
  <pc:docChgLst>
    <pc:chgData name="Akshay Pragji" userId="S::pragja02@myunitec.ac.nz::d9516bb7-2ba6-41d1-9bbb-e2ede843cd24" providerId="AD" clId="Web-{E98D3A16-5F28-44C9-7E0F-E8F802B1CB54}"/>
    <pc:docChg chg="modSld">
      <pc:chgData name="Akshay Pragji" userId="S::pragja02@myunitec.ac.nz::d9516bb7-2ba6-41d1-9bbb-e2ede843cd24" providerId="AD" clId="Web-{E98D3A16-5F28-44C9-7E0F-E8F802B1CB54}" dt="2025-06-16T06:14:38.152" v="60" actId="14100"/>
      <pc:docMkLst>
        <pc:docMk/>
      </pc:docMkLst>
      <pc:sldChg chg="modSp">
        <pc:chgData name="Akshay Pragji" userId="S::pragja02@myunitec.ac.nz::d9516bb7-2ba6-41d1-9bbb-e2ede843cd24" providerId="AD" clId="Web-{E98D3A16-5F28-44C9-7E0F-E8F802B1CB54}" dt="2025-06-16T06:14:38.152" v="60" actId="14100"/>
        <pc:sldMkLst>
          <pc:docMk/>
          <pc:sldMk cId="3345406338" sldId="258"/>
        </pc:sldMkLst>
        <pc:spChg chg="mod">
          <ac:chgData name="Akshay Pragji" userId="S::pragja02@myunitec.ac.nz::d9516bb7-2ba6-41d1-9bbb-e2ede843cd24" providerId="AD" clId="Web-{E98D3A16-5F28-44C9-7E0F-E8F802B1CB54}" dt="2025-06-16T06:14:38.152" v="60" actId="14100"/>
          <ac:spMkLst>
            <pc:docMk/>
            <pc:sldMk cId="3345406338" sldId="258"/>
            <ac:spMk id="3" creationId="{4503D57A-838F-65DB-65D2-20ED338050F7}"/>
          </ac:spMkLst>
        </pc:spChg>
      </pc:sldChg>
    </pc:docChg>
  </pc:docChgLst>
  <pc:docChgLst>
    <pc:chgData name="Jing Shen" userId="S::shenj24@myunitec.ac.nz::0c1ce1f6-b515-4548-bff3-06f77e120666" providerId="AD" clId="Web-{EF8C9347-C736-0127-99EA-5BC8DB4A1FBB}"/>
    <pc:docChg chg="modSld">
      <pc:chgData name="Jing Shen" userId="S::shenj24@myunitec.ac.nz::0c1ce1f6-b515-4548-bff3-06f77e120666" providerId="AD" clId="Web-{EF8C9347-C736-0127-99EA-5BC8DB4A1FBB}" dt="2025-06-19T09:49:52.352" v="133" actId="20577"/>
      <pc:docMkLst>
        <pc:docMk/>
      </pc:docMkLst>
      <pc:sldChg chg="modSp">
        <pc:chgData name="Jing Shen" userId="S::shenj24@myunitec.ac.nz::0c1ce1f6-b515-4548-bff3-06f77e120666" providerId="AD" clId="Web-{EF8C9347-C736-0127-99EA-5BC8DB4A1FBB}" dt="2025-06-19T09:49:52.352" v="133" actId="20577"/>
        <pc:sldMkLst>
          <pc:docMk/>
          <pc:sldMk cId="3639462926" sldId="260"/>
        </pc:sldMkLst>
        <pc:spChg chg="mod">
          <ac:chgData name="Jing Shen" userId="S::shenj24@myunitec.ac.nz::0c1ce1f6-b515-4548-bff3-06f77e120666" providerId="AD" clId="Web-{EF8C9347-C736-0127-99EA-5BC8DB4A1FBB}" dt="2025-06-19T09:49:52.352" v="133" actId="20577"/>
          <ac:spMkLst>
            <pc:docMk/>
            <pc:sldMk cId="3639462926" sldId="260"/>
            <ac:spMk id="3" creationId="{E9626727-8342-04EA-0898-C3C1A3914C2E}"/>
          </ac:spMkLst>
        </pc:spChg>
      </pc:sldChg>
      <pc:sldChg chg="addSp delSp modSp">
        <pc:chgData name="Jing Shen" userId="S::shenj24@myunitec.ac.nz::0c1ce1f6-b515-4548-bff3-06f77e120666" providerId="AD" clId="Web-{EF8C9347-C736-0127-99EA-5BC8DB4A1FBB}" dt="2025-06-19T09:49:46.696" v="130"/>
        <pc:sldMkLst>
          <pc:docMk/>
          <pc:sldMk cId="3324196154" sldId="264"/>
        </pc:sldMkLst>
        <pc:spChg chg="del">
          <ac:chgData name="Jing Shen" userId="S::shenj24@myunitec.ac.nz::0c1ce1f6-b515-4548-bff3-06f77e120666" providerId="AD" clId="Web-{EF8C9347-C736-0127-99EA-5BC8DB4A1FBB}" dt="2025-06-19T09:41:35.477" v="0"/>
          <ac:spMkLst>
            <pc:docMk/>
            <pc:sldMk cId="3324196154" sldId="264"/>
            <ac:spMk id="3" creationId="{A93967E6-A2AA-33E2-62F2-BD157AE2233B}"/>
          </ac:spMkLst>
        </pc:spChg>
        <pc:spChg chg="add del">
          <ac:chgData name="Jing Shen" userId="S::shenj24@myunitec.ac.nz::0c1ce1f6-b515-4548-bff3-06f77e120666" providerId="AD" clId="Web-{EF8C9347-C736-0127-99EA-5BC8DB4A1FBB}" dt="2025-06-19T09:42:34.182" v="9"/>
          <ac:spMkLst>
            <pc:docMk/>
            <pc:sldMk cId="3324196154" sldId="264"/>
            <ac:spMk id="9" creationId="{CD509571-A196-8058-F140-4F34A597DE02}"/>
          </ac:spMkLst>
        </pc:spChg>
        <pc:spChg chg="add del mod">
          <ac:chgData name="Jing Shen" userId="S::shenj24@myunitec.ac.nz::0c1ce1f6-b515-4548-bff3-06f77e120666" providerId="AD" clId="Web-{EF8C9347-C736-0127-99EA-5BC8DB4A1FBB}" dt="2025-06-19T09:46:34.518" v="59"/>
          <ac:spMkLst>
            <pc:docMk/>
            <pc:sldMk cId="3324196154" sldId="264"/>
            <ac:spMk id="10" creationId="{808B8880-B80E-4227-A426-81312A35FF34}"/>
          </ac:spMkLst>
        </pc:spChg>
        <pc:spChg chg="add del mod">
          <ac:chgData name="Jing Shen" userId="S::shenj24@myunitec.ac.nz::0c1ce1f6-b515-4548-bff3-06f77e120666" providerId="AD" clId="Web-{EF8C9347-C736-0127-99EA-5BC8DB4A1FBB}" dt="2025-06-19T09:44:51.421" v="40"/>
          <ac:spMkLst>
            <pc:docMk/>
            <pc:sldMk cId="3324196154" sldId="264"/>
            <ac:spMk id="11" creationId="{F04EB210-044B-AA2E-B255-73696E451C30}"/>
          </ac:spMkLst>
        </pc:spChg>
        <pc:spChg chg="add del mod">
          <ac:chgData name="Jing Shen" userId="S::shenj24@myunitec.ac.nz::0c1ce1f6-b515-4548-bff3-06f77e120666" providerId="AD" clId="Web-{EF8C9347-C736-0127-99EA-5BC8DB4A1FBB}" dt="2025-06-19T09:45:18.375" v="43"/>
          <ac:spMkLst>
            <pc:docMk/>
            <pc:sldMk cId="3324196154" sldId="264"/>
            <ac:spMk id="12" creationId="{AA9D39BE-2761-2582-943F-4022DE0F6797}"/>
          </ac:spMkLst>
        </pc:spChg>
        <pc:spChg chg="add del mod">
          <ac:chgData name="Jing Shen" userId="S::shenj24@myunitec.ac.nz::0c1ce1f6-b515-4548-bff3-06f77e120666" providerId="AD" clId="Web-{EF8C9347-C736-0127-99EA-5BC8DB4A1FBB}" dt="2025-06-19T09:46:38.893" v="60"/>
          <ac:spMkLst>
            <pc:docMk/>
            <pc:sldMk cId="3324196154" sldId="264"/>
            <ac:spMk id="15" creationId="{DFF55CDF-07A9-0903-7333-66BEBED82758}"/>
          </ac:spMkLst>
        </pc:spChg>
        <pc:graphicFrameChg chg="add del mod ord modGraphic">
          <ac:chgData name="Jing Shen" userId="S::shenj24@myunitec.ac.nz::0c1ce1f6-b515-4548-bff3-06f77e120666" providerId="AD" clId="Web-{EF8C9347-C736-0127-99EA-5BC8DB4A1FBB}" dt="2025-06-19T09:46:12.283" v="55"/>
          <ac:graphicFrameMkLst>
            <pc:docMk/>
            <pc:sldMk cId="3324196154" sldId="264"/>
            <ac:graphicFrameMk id="7" creationId="{420C6465-4686-0B65-31D2-900E1317FA2A}"/>
          </ac:graphicFrameMkLst>
        </pc:graphicFrameChg>
        <pc:graphicFrameChg chg="add del mod modGraphic">
          <ac:chgData name="Jing Shen" userId="S::shenj24@myunitec.ac.nz::0c1ce1f6-b515-4548-bff3-06f77e120666" providerId="AD" clId="Web-{EF8C9347-C736-0127-99EA-5BC8DB4A1FBB}" dt="2025-06-19T09:48:09.193" v="84"/>
          <ac:graphicFrameMkLst>
            <pc:docMk/>
            <pc:sldMk cId="3324196154" sldId="264"/>
            <ac:graphicFrameMk id="8" creationId="{1AD0D4C5-C11B-079B-DCE5-AD90BBD31B56}"/>
          </ac:graphicFrameMkLst>
        </pc:graphicFrameChg>
        <pc:graphicFrameChg chg="add mod modGraphic">
          <ac:chgData name="Jing Shen" userId="S::shenj24@myunitec.ac.nz::0c1ce1f6-b515-4548-bff3-06f77e120666" providerId="AD" clId="Web-{EF8C9347-C736-0127-99EA-5BC8DB4A1FBB}" dt="2025-06-19T09:49:32.383" v="124"/>
          <ac:graphicFrameMkLst>
            <pc:docMk/>
            <pc:sldMk cId="3324196154" sldId="264"/>
            <ac:graphicFrameMk id="13" creationId="{8F9C721E-998B-CBFD-CB78-6BD97494B540}"/>
          </ac:graphicFrameMkLst>
        </pc:graphicFrameChg>
        <pc:graphicFrameChg chg="add del mod modGraphic">
          <ac:chgData name="Jing Shen" userId="S::shenj24@myunitec.ac.nz::0c1ce1f6-b515-4548-bff3-06f77e120666" providerId="AD" clId="Web-{EF8C9347-C736-0127-99EA-5BC8DB4A1FBB}" dt="2025-06-19T09:49:20.711" v="120"/>
          <ac:graphicFrameMkLst>
            <pc:docMk/>
            <pc:sldMk cId="3324196154" sldId="264"/>
            <ac:graphicFrameMk id="16" creationId="{32A45518-45DA-C0A7-B5E9-A27678EDBA79}"/>
          </ac:graphicFrameMkLst>
        </pc:graphicFrameChg>
        <pc:graphicFrameChg chg="add mod modGraphic">
          <ac:chgData name="Jing Shen" userId="S::shenj24@myunitec.ac.nz::0c1ce1f6-b515-4548-bff3-06f77e120666" providerId="AD" clId="Web-{EF8C9347-C736-0127-99EA-5BC8DB4A1FBB}" dt="2025-06-19T09:49:46.696" v="130"/>
          <ac:graphicFrameMkLst>
            <pc:docMk/>
            <pc:sldMk cId="3324196154" sldId="264"/>
            <ac:graphicFrameMk id="17" creationId="{C470B926-01AB-4F50-E971-D98DCEDB7369}"/>
          </ac:graphicFrameMkLst>
        </pc:graphicFrameChg>
      </pc:sldChg>
    </pc:docChg>
  </pc:docChgLst>
  <pc:docChgLst>
    <pc:chgData name="Akshay Pragji" userId="S::pragja02@myunitec.ac.nz::d9516bb7-2ba6-41d1-9bbb-e2ede843cd24" providerId="AD" clId="Web-{3E7585CB-5F34-968E-2F30-ECA6255F56F8}"/>
    <pc:docChg chg="modSld">
      <pc:chgData name="Akshay Pragji" userId="S::pragja02@myunitec.ac.nz::d9516bb7-2ba6-41d1-9bbb-e2ede843cd24" providerId="AD" clId="Web-{3E7585CB-5F34-968E-2F30-ECA6255F56F8}" dt="2025-06-18T07:54:19.414" v="506" actId="20577"/>
      <pc:docMkLst>
        <pc:docMk/>
      </pc:docMkLst>
      <pc:sldChg chg="modSp">
        <pc:chgData name="Akshay Pragji" userId="S::pragja02@myunitec.ac.nz::d9516bb7-2ba6-41d1-9bbb-e2ede843cd24" providerId="AD" clId="Web-{3E7585CB-5F34-968E-2F30-ECA6255F56F8}" dt="2025-06-18T07:54:19.414" v="506" actId="20577"/>
        <pc:sldMkLst>
          <pc:docMk/>
          <pc:sldMk cId="91038720" sldId="261"/>
        </pc:sldMkLst>
        <pc:spChg chg="mod">
          <ac:chgData name="Akshay Pragji" userId="S::pragja02@myunitec.ac.nz::d9516bb7-2ba6-41d1-9bbb-e2ede843cd24" providerId="AD" clId="Web-{3E7585CB-5F34-968E-2F30-ECA6255F56F8}" dt="2025-06-18T07:49:53.793" v="460" actId="14100"/>
          <ac:spMkLst>
            <pc:docMk/>
            <pc:sldMk cId="91038720" sldId="261"/>
            <ac:spMk id="2" creationId="{F8BD0FF0-A798-BCDB-22DB-31A43B694249}"/>
          </ac:spMkLst>
        </pc:spChg>
        <pc:spChg chg="mod">
          <ac:chgData name="Akshay Pragji" userId="S::pragja02@myunitec.ac.nz::d9516bb7-2ba6-41d1-9bbb-e2ede843cd24" providerId="AD" clId="Web-{3E7585CB-5F34-968E-2F30-ECA6255F56F8}" dt="2025-06-18T07:54:19.414" v="506" actId="20577"/>
          <ac:spMkLst>
            <pc:docMk/>
            <pc:sldMk cId="91038720" sldId="261"/>
            <ac:spMk id="3" creationId="{826695EF-6261-AB51-3351-425F5A3A52BF}"/>
          </ac:spMkLst>
        </pc:spChg>
      </pc:sldChg>
    </pc:docChg>
  </pc:docChgLst>
  <pc:docChgLst>
    <pc:chgData name="Young Kweon" userId="S::kweony01@myunitec.ac.nz::5bb15c8c-b1de-4ec5-bbf7-7dccc9295d51" providerId="AD" clId="Web-{8547AE4C-75DE-A38C-CD18-053E0E0A60B8}"/>
    <pc:docChg chg="modSld">
      <pc:chgData name="Young Kweon" userId="S::kweony01@myunitec.ac.nz::5bb15c8c-b1de-4ec5-bbf7-7dccc9295d51" providerId="AD" clId="Web-{8547AE4C-75DE-A38C-CD18-053E0E0A60B8}" dt="2025-06-17T23:12:30.147" v="4" actId="20577"/>
      <pc:docMkLst>
        <pc:docMk/>
      </pc:docMkLst>
      <pc:sldChg chg="addSp delSp modSp">
        <pc:chgData name="Young Kweon" userId="S::kweony01@myunitec.ac.nz::5bb15c8c-b1de-4ec5-bbf7-7dccc9295d51" providerId="AD" clId="Web-{8547AE4C-75DE-A38C-CD18-053E0E0A60B8}" dt="2025-06-17T23:12:30.147" v="4" actId="20577"/>
        <pc:sldMkLst>
          <pc:docMk/>
          <pc:sldMk cId="3060073243" sldId="259"/>
        </pc:sldMkLst>
        <pc:spChg chg="add del mod">
          <ac:chgData name="Young Kweon" userId="S::kweony01@myunitec.ac.nz::5bb15c8c-b1de-4ec5-bbf7-7dccc9295d51" providerId="AD" clId="Web-{8547AE4C-75DE-A38C-CD18-053E0E0A60B8}" dt="2025-06-17T23:12:30.147" v="4" actId="20577"/>
          <ac:spMkLst>
            <pc:docMk/>
            <pc:sldMk cId="3060073243" sldId="259"/>
            <ac:spMk id="3" creationId="{25085239-AA53-212C-C27B-5B9E02E743B6}"/>
          </ac:spMkLst>
        </pc:spChg>
        <pc:graphicFrameChg chg="add del mod ord modGraphic">
          <ac:chgData name="Young Kweon" userId="S::kweony01@myunitec.ac.nz::5bb15c8c-b1de-4ec5-bbf7-7dccc9295d51" providerId="AD" clId="Web-{8547AE4C-75DE-A38C-CD18-053E0E0A60B8}" dt="2025-06-17T23:12:25.803" v="1"/>
          <ac:graphicFrameMkLst>
            <pc:docMk/>
            <pc:sldMk cId="3060073243" sldId="259"/>
            <ac:graphicFrameMk id="4" creationId="{A5FFC3CF-B1D3-9A99-F8F1-5BB3956D9561}"/>
          </ac:graphicFrameMkLst>
        </pc:graphicFrameChg>
      </pc:sldChg>
    </pc:docChg>
  </pc:docChgLst>
  <pc:docChgLst>
    <pc:chgData name="Young Kweon" userId="S::kweony01@myunitec.ac.nz::5bb15c8c-b1de-4ec5-bbf7-7dccc9295d51" providerId="AD" clId="Web-{76AFD0FF-CC90-4597-D9C2-F0F936A7537B}"/>
    <pc:docChg chg="addSld delSld modSld sldOrd">
      <pc:chgData name="Young Kweon" userId="S::kweony01@myunitec.ac.nz::5bb15c8c-b1de-4ec5-bbf7-7dccc9295d51" providerId="AD" clId="Web-{76AFD0FF-CC90-4597-D9C2-F0F936A7537B}" dt="2025-06-25T04:23:01.010" v="505" actId="20577"/>
      <pc:docMkLst>
        <pc:docMk/>
      </pc:docMkLst>
      <pc:sldChg chg="modSp">
        <pc:chgData name="Young Kweon" userId="S::kweony01@myunitec.ac.nz::5bb15c8c-b1de-4ec5-bbf7-7dccc9295d51" providerId="AD" clId="Web-{76AFD0FF-CC90-4597-D9C2-F0F936A7537B}" dt="2025-06-24T22:53:57.139" v="140" actId="20577"/>
        <pc:sldMkLst>
          <pc:docMk/>
          <pc:sldMk cId="3797905097" sldId="257"/>
        </pc:sldMkLst>
        <pc:spChg chg="mod">
          <ac:chgData name="Young Kweon" userId="S::kweony01@myunitec.ac.nz::5bb15c8c-b1de-4ec5-bbf7-7dccc9295d51" providerId="AD" clId="Web-{76AFD0FF-CC90-4597-D9C2-F0F936A7537B}" dt="2025-06-24T22:53:57.139" v="140" actId="20577"/>
          <ac:spMkLst>
            <pc:docMk/>
            <pc:sldMk cId="3797905097" sldId="257"/>
            <ac:spMk id="2" creationId="{E33127C4-6ACB-C366-9F8D-BA91124C8626}"/>
          </ac:spMkLst>
        </pc:spChg>
      </pc:sldChg>
      <pc:sldChg chg="addSp delSp modSp">
        <pc:chgData name="Young Kweon" userId="S::kweony01@myunitec.ac.nz::5bb15c8c-b1de-4ec5-bbf7-7dccc9295d51" providerId="AD" clId="Web-{76AFD0FF-CC90-4597-D9C2-F0F936A7537B}" dt="2025-06-25T03:50:46.818" v="358"/>
        <pc:sldMkLst>
          <pc:docMk/>
          <pc:sldMk cId="3060073243" sldId="259"/>
        </pc:sldMkLst>
        <pc:spChg chg="mod">
          <ac:chgData name="Young Kweon" userId="S::kweony01@myunitec.ac.nz::5bb15c8c-b1de-4ec5-bbf7-7dccc9295d51" providerId="AD" clId="Web-{76AFD0FF-CC90-4597-D9C2-F0F936A7537B}" dt="2025-06-24T22:41:41.909" v="127"/>
          <ac:spMkLst>
            <pc:docMk/>
            <pc:sldMk cId="3060073243" sldId="259"/>
            <ac:spMk id="2" creationId="{AF344E33-BA6B-D713-00F0-D8E2B35DA8EA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4T22:41:41.909" v="127"/>
          <ac:spMkLst>
            <pc:docMk/>
            <pc:sldMk cId="3060073243" sldId="259"/>
            <ac:spMk id="3" creationId="{25085239-AA53-212C-C27B-5B9E02E743B6}"/>
          </ac:spMkLst>
        </pc:spChg>
        <pc:spChg chg="add mod">
          <ac:chgData name="Young Kweon" userId="S::kweony01@myunitec.ac.nz::5bb15c8c-b1de-4ec5-bbf7-7dccc9295d51" providerId="AD" clId="Web-{76AFD0FF-CC90-4597-D9C2-F0F936A7537B}" dt="2025-06-25T03:50:46.818" v="358"/>
          <ac:spMkLst>
            <pc:docMk/>
            <pc:sldMk cId="3060073243" sldId="259"/>
            <ac:spMk id="6" creationId="{E883D2C1-34EF-FCE9-651D-545A9E44B32A}"/>
          </ac:spMkLst>
        </pc:spChg>
        <pc:spChg chg="add mod">
          <ac:chgData name="Young Kweon" userId="S::kweony01@myunitec.ac.nz::5bb15c8c-b1de-4ec5-bbf7-7dccc9295d51" providerId="AD" clId="Web-{76AFD0FF-CC90-4597-D9C2-F0F936A7537B}" dt="2025-06-25T03:50:46.818" v="358"/>
          <ac:spMkLst>
            <pc:docMk/>
            <pc:sldMk cId="3060073243" sldId="259"/>
            <ac:spMk id="7" creationId="{8DE7E7AB-DD6C-8E75-DE9A-3D0F980C3AF3}"/>
          </ac:spMkLst>
        </pc:spChg>
        <pc:spChg chg="add mod">
          <ac:chgData name="Young Kweon" userId="S::kweony01@myunitec.ac.nz::5bb15c8c-b1de-4ec5-bbf7-7dccc9295d51" providerId="AD" clId="Web-{76AFD0FF-CC90-4597-D9C2-F0F936A7537B}" dt="2025-06-25T03:50:46.818" v="358"/>
          <ac:spMkLst>
            <pc:docMk/>
            <pc:sldMk cId="3060073243" sldId="259"/>
            <ac:spMk id="8" creationId="{236F09E2-914B-E133-C6E0-D50BE486A42E}"/>
          </ac:spMkLst>
        </pc:spChg>
        <pc:spChg chg="add del">
          <ac:chgData name="Young Kweon" userId="S::kweony01@myunitec.ac.nz::5bb15c8c-b1de-4ec5-bbf7-7dccc9295d51" providerId="AD" clId="Web-{76AFD0FF-CC90-4597-D9C2-F0F936A7537B}" dt="2025-06-24T22:41:20.846" v="117"/>
          <ac:spMkLst>
            <pc:docMk/>
            <pc:sldMk cId="3060073243" sldId="259"/>
            <ac:spMk id="9" creationId="{29382C86-6533-B0E7-309B-E6F902B62A91}"/>
          </ac:spMkLst>
        </pc:spChg>
        <pc:spChg chg="add del">
          <ac:chgData name="Young Kweon" userId="S::kweony01@myunitec.ac.nz::5bb15c8c-b1de-4ec5-bbf7-7dccc9295d51" providerId="AD" clId="Web-{76AFD0FF-CC90-4597-D9C2-F0F936A7537B}" dt="2025-06-24T22:41:20.846" v="117"/>
          <ac:spMkLst>
            <pc:docMk/>
            <pc:sldMk cId="3060073243" sldId="259"/>
            <ac:spMk id="11" creationId="{288B68B7-2C0B-F616-ECF8-873FB56343E8}"/>
          </ac:spMkLst>
        </pc:spChg>
        <pc:spChg chg="add del">
          <ac:chgData name="Young Kweon" userId="S::kweony01@myunitec.ac.nz::5bb15c8c-b1de-4ec5-bbf7-7dccc9295d51" providerId="AD" clId="Web-{76AFD0FF-CC90-4597-D9C2-F0F936A7537B}" dt="2025-06-24T22:41:20.846" v="117"/>
          <ac:spMkLst>
            <pc:docMk/>
            <pc:sldMk cId="3060073243" sldId="259"/>
            <ac:spMk id="13" creationId="{328FCC92-C73F-FFF0-94DE-59E5AC268848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3:50:46.818" v="358"/>
          <ac:spMkLst>
            <pc:docMk/>
            <pc:sldMk cId="3060073243" sldId="259"/>
            <ac:spMk id="568" creationId="{33B8D759-07F8-62E0-3B6B-A70C341E085B}"/>
          </ac:spMkLst>
        </pc:spChg>
        <pc:graphicFrameChg chg="add del">
          <ac:chgData name="Young Kweon" userId="S::kweony01@myunitec.ac.nz::5bb15c8c-b1de-4ec5-bbf7-7dccc9295d51" providerId="AD" clId="Web-{76AFD0FF-CC90-4597-D9C2-F0F936A7537B}" dt="2025-06-24T22:41:20.846" v="117"/>
          <ac:graphicFrameMkLst>
            <pc:docMk/>
            <pc:sldMk cId="3060073243" sldId="259"/>
            <ac:graphicFrameMk id="5" creationId="{8F2B58EA-7026-2A23-AA61-3341D6EF049B}"/>
          </ac:graphicFrameMkLst>
        </pc:graphicFrameChg>
        <pc:graphicFrameChg chg="add del modGraphic">
          <ac:chgData name="Young Kweon" userId="S::kweony01@myunitec.ac.nz::5bb15c8c-b1de-4ec5-bbf7-7dccc9295d51" providerId="AD" clId="Web-{76AFD0FF-CC90-4597-D9C2-F0F936A7537B}" dt="2025-06-25T03:50:28.052" v="347"/>
          <ac:graphicFrameMkLst>
            <pc:docMk/>
            <pc:sldMk cId="3060073243" sldId="259"/>
            <ac:graphicFrameMk id="10" creationId="{319F0BA7-C77A-FD82-8D1A-E1A493BD3CCF}"/>
          </ac:graphicFrameMkLst>
        </pc:graphicFrameChg>
        <pc:graphicFrameChg chg="add">
          <ac:chgData name="Young Kweon" userId="S::kweony01@myunitec.ac.nz::5bb15c8c-b1de-4ec5-bbf7-7dccc9295d51" providerId="AD" clId="Web-{76AFD0FF-CC90-4597-D9C2-F0F936A7537B}" dt="2025-06-25T03:50:46.818" v="358"/>
          <ac:graphicFrameMkLst>
            <pc:docMk/>
            <pc:sldMk cId="3060073243" sldId="259"/>
            <ac:graphicFrameMk id="570" creationId="{AEB94A06-A439-E028-EE92-C8C9195AAF2E}"/>
          </ac:graphicFrameMkLst>
        </pc:graphicFrameChg>
      </pc:sldChg>
      <pc:sldChg chg="addSp delSp modSp mod ord modClrScheme chgLayout">
        <pc:chgData name="Young Kweon" userId="S::kweony01@myunitec.ac.nz::5bb15c8c-b1de-4ec5-bbf7-7dccc9295d51" providerId="AD" clId="Web-{76AFD0FF-CC90-4597-D9C2-F0F936A7537B}" dt="2025-06-25T04:16:49.313" v="412"/>
        <pc:sldMkLst>
          <pc:docMk/>
          <pc:sldMk cId="3639462926" sldId="260"/>
        </pc:sldMkLst>
        <pc:spChg chg="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2" creationId="{0408A036-A297-734C-C787-83DEE0B5F5D2}"/>
          </ac:spMkLst>
        </pc:spChg>
        <pc:spChg chg="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3" creationId="{E9626727-8342-04EA-0898-C3C1A3914C2E}"/>
          </ac:spMkLst>
        </pc:spChg>
        <pc:spChg chg="del 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5" creationId="{55845479-7546-5533-2101-BFC98E678443}"/>
          </ac:spMkLst>
        </pc:spChg>
        <pc:spChg chg="add 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11" creationId="{5B89A4CA-83D7-C952-E697-A28110C637F0}"/>
          </ac:spMkLst>
        </pc:spChg>
        <pc:spChg chg="add 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13" creationId="{D36D2087-13E2-CBD7-8C14-6048D57C6C81}"/>
          </ac:spMkLst>
        </pc:spChg>
        <pc:spChg chg="add mod">
          <ac:chgData name="Young Kweon" userId="S::kweony01@myunitec.ac.nz::5bb15c8c-b1de-4ec5-bbf7-7dccc9295d51" providerId="AD" clId="Web-{76AFD0FF-CC90-4597-D9C2-F0F936A7537B}" dt="2025-06-25T04:16:49.313" v="412"/>
          <ac:spMkLst>
            <pc:docMk/>
            <pc:sldMk cId="3639462926" sldId="260"/>
            <ac:spMk id="15" creationId="{DE0CB34B-FBCB-368C-2AEB-31607DD93783}"/>
          </ac:spMkLst>
        </pc:spChg>
        <pc:graphicFrameChg chg="add">
          <ac:chgData name="Young Kweon" userId="S::kweony01@myunitec.ac.nz::5bb15c8c-b1de-4ec5-bbf7-7dccc9295d51" providerId="AD" clId="Web-{76AFD0FF-CC90-4597-D9C2-F0F936A7537B}" dt="2025-06-25T04:16:49.313" v="412"/>
          <ac:graphicFrameMkLst>
            <pc:docMk/>
            <pc:sldMk cId="3639462926" sldId="260"/>
            <ac:graphicFrameMk id="7" creationId="{C8C9B13D-7309-8E16-8D01-D1FF1D6EDF47}"/>
          </ac:graphicFrameMkLst>
        </pc:graphicFrameChg>
      </pc:sldChg>
      <pc:sldChg chg="modSp">
        <pc:chgData name="Young Kweon" userId="S::kweony01@myunitec.ac.nz::5bb15c8c-b1de-4ec5-bbf7-7dccc9295d51" providerId="AD" clId="Web-{76AFD0FF-CC90-4597-D9C2-F0F936A7537B}" dt="2025-06-25T04:07:29.564" v="369" actId="20577"/>
        <pc:sldMkLst>
          <pc:docMk/>
          <pc:sldMk cId="91038720" sldId="261"/>
        </pc:sldMkLst>
        <pc:graphicFrameChg chg="modGraphic">
          <ac:chgData name="Young Kweon" userId="S::kweony01@myunitec.ac.nz::5bb15c8c-b1de-4ec5-bbf7-7dccc9295d51" providerId="AD" clId="Web-{76AFD0FF-CC90-4597-D9C2-F0F936A7537B}" dt="2025-06-25T04:07:29.564" v="369" actId="20577"/>
          <ac:graphicFrameMkLst>
            <pc:docMk/>
            <pc:sldMk cId="91038720" sldId="261"/>
            <ac:graphicFrameMk id="10" creationId="{8B06EA22-0FB1-B3AA-83D1-1CA7F12D8F33}"/>
          </ac:graphicFrameMkLst>
        </pc:graphicFrameChg>
      </pc:sldChg>
      <pc:sldChg chg="ord">
        <pc:chgData name="Young Kweon" userId="S::kweony01@myunitec.ac.nz::5bb15c8c-b1de-4ec5-bbf7-7dccc9295d51" providerId="AD" clId="Web-{76AFD0FF-CC90-4597-D9C2-F0F936A7537B}" dt="2025-06-24T22:51:48.228" v="135"/>
        <pc:sldMkLst>
          <pc:docMk/>
          <pc:sldMk cId="3324196154" sldId="264"/>
        </pc:sldMkLst>
      </pc:sldChg>
      <pc:sldChg chg="modSp">
        <pc:chgData name="Young Kweon" userId="S::kweony01@myunitec.ac.nz::5bb15c8c-b1de-4ec5-bbf7-7dccc9295d51" providerId="AD" clId="Web-{76AFD0FF-CC90-4597-D9C2-F0F936A7537B}" dt="2025-06-24T22:42:15.129" v="129" actId="20577"/>
        <pc:sldMkLst>
          <pc:docMk/>
          <pc:sldMk cId="663421090" sldId="265"/>
        </pc:sldMkLst>
        <pc:spChg chg="mod">
          <ac:chgData name="Young Kweon" userId="S::kweony01@myunitec.ac.nz::5bb15c8c-b1de-4ec5-bbf7-7dccc9295d51" providerId="AD" clId="Web-{76AFD0FF-CC90-4597-D9C2-F0F936A7537B}" dt="2025-06-24T22:42:15.129" v="129" actId="20577"/>
          <ac:spMkLst>
            <pc:docMk/>
            <pc:sldMk cId="663421090" sldId="265"/>
            <ac:spMk id="3" creationId="{1E16DB4C-34A8-383C-E87E-E92097A734F1}"/>
          </ac:spMkLst>
        </pc:spChg>
      </pc:sldChg>
      <pc:sldChg chg="addSp delSp modSp new mod modClrScheme chgLayout">
        <pc:chgData name="Young Kweon" userId="S::kweony01@myunitec.ac.nz::5bb15c8c-b1de-4ec5-bbf7-7dccc9295d51" providerId="AD" clId="Web-{76AFD0FF-CC90-4597-D9C2-F0F936A7537B}" dt="2025-06-25T04:23:01.010" v="505" actId="20577"/>
        <pc:sldMkLst>
          <pc:docMk/>
          <pc:sldMk cId="763096425" sldId="266"/>
        </pc:sldMkLst>
        <pc:spChg chg="mod">
          <ac:chgData name="Young Kweon" userId="S::kweony01@myunitec.ac.nz::5bb15c8c-b1de-4ec5-bbf7-7dccc9295d51" providerId="AD" clId="Web-{76AFD0FF-CC90-4597-D9C2-F0F936A7537B}" dt="2025-06-25T04:20:02.927" v="482"/>
          <ac:spMkLst>
            <pc:docMk/>
            <pc:sldMk cId="763096425" sldId="266"/>
            <ac:spMk id="2" creationId="{77AD98E0-1530-1882-12B8-C6806F098C56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20:02.927" v="482"/>
          <ac:spMkLst>
            <pc:docMk/>
            <pc:sldMk cId="763096425" sldId="266"/>
            <ac:spMk id="3" creationId="{2794B2E6-456D-ED85-DB65-C43825831E80}"/>
          </ac:spMkLst>
        </pc:spChg>
        <pc:spChg chg="mod">
          <ac:chgData name="Young Kweon" userId="S::kweony01@myunitec.ac.nz::5bb15c8c-b1de-4ec5-bbf7-7dccc9295d51" providerId="AD" clId="Web-{76AFD0FF-CC90-4597-D9C2-F0F936A7537B}" dt="2025-06-25T04:20:02.927" v="482"/>
          <ac:spMkLst>
            <pc:docMk/>
            <pc:sldMk cId="763096425" sldId="266"/>
            <ac:spMk id="4" creationId="{F3F224FC-2817-F864-D562-AD823DEDE798}"/>
          </ac:spMkLst>
        </pc:spChg>
        <pc:spChg chg="mod">
          <ac:chgData name="Young Kweon" userId="S::kweony01@myunitec.ac.nz::5bb15c8c-b1de-4ec5-bbf7-7dccc9295d51" providerId="AD" clId="Web-{76AFD0FF-CC90-4597-D9C2-F0F936A7537B}" dt="2025-06-25T04:20:02.927" v="482"/>
          <ac:spMkLst>
            <pc:docMk/>
            <pc:sldMk cId="763096425" sldId="266"/>
            <ac:spMk id="5" creationId="{34C13BF4-700B-250B-F631-B0068B2A3DDD}"/>
          </ac:spMkLst>
        </pc:spChg>
        <pc:spChg chg="mod">
          <ac:chgData name="Young Kweon" userId="S::kweony01@myunitec.ac.nz::5bb15c8c-b1de-4ec5-bbf7-7dccc9295d51" providerId="AD" clId="Web-{76AFD0FF-CC90-4597-D9C2-F0F936A7537B}" dt="2025-06-25T04:20:02.927" v="482"/>
          <ac:spMkLst>
            <pc:docMk/>
            <pc:sldMk cId="763096425" sldId="266"/>
            <ac:spMk id="6" creationId="{5B5ECAEA-FD32-212C-A54E-A812D63A7DA7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20:02.880" v="481"/>
          <ac:spMkLst>
            <pc:docMk/>
            <pc:sldMk cId="763096425" sldId="266"/>
            <ac:spMk id="10" creationId="{F26937F2-FD81-B0D6-21DF-87E18AD6BD45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18:44.300" v="440"/>
          <ac:spMkLst>
            <pc:docMk/>
            <pc:sldMk cId="763096425" sldId="266"/>
            <ac:spMk id="11" creationId="{2FF49F2D-00A1-DF07-8E7A-7E5B85B9EF95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18:17.050" v="436"/>
          <ac:spMkLst>
            <pc:docMk/>
            <pc:sldMk cId="763096425" sldId="266"/>
            <ac:spMk id="12" creationId="{A2B067EE-160F-0D1C-BDA4-3445C479B340}"/>
          </ac:spMkLst>
        </pc:spChg>
        <pc:graphicFrameChg chg="add del mod">
          <ac:chgData name="Young Kweon" userId="S::kweony01@myunitec.ac.nz::5bb15c8c-b1de-4ec5-bbf7-7dccc9295d51" providerId="AD" clId="Web-{76AFD0FF-CC90-4597-D9C2-F0F936A7537B}" dt="2025-06-25T04:18:17.050" v="436"/>
          <ac:graphicFrameMkLst>
            <pc:docMk/>
            <pc:sldMk cId="763096425" sldId="266"/>
            <ac:graphicFrameMk id="8" creationId="{D2D544EE-32EA-C79A-C7F9-486A7ADD75C9}"/>
          </ac:graphicFrameMkLst>
        </pc:graphicFrameChg>
        <pc:graphicFrameChg chg="add del">
          <ac:chgData name="Young Kweon" userId="S::kweony01@myunitec.ac.nz::5bb15c8c-b1de-4ec5-bbf7-7dccc9295d51" providerId="AD" clId="Web-{76AFD0FF-CC90-4597-D9C2-F0F936A7537B}" dt="2025-06-25T04:18:37.441" v="438"/>
          <ac:graphicFrameMkLst>
            <pc:docMk/>
            <pc:sldMk cId="763096425" sldId="266"/>
            <ac:graphicFrameMk id="9" creationId="{136DE1DD-E2AA-F8E6-8BE2-475F713FE823}"/>
          </ac:graphicFrameMkLst>
        </pc:graphicFrameChg>
        <pc:graphicFrameChg chg="add del mod">
          <ac:chgData name="Young Kweon" userId="S::kweony01@myunitec.ac.nz::5bb15c8c-b1de-4ec5-bbf7-7dccc9295d51" providerId="AD" clId="Web-{76AFD0FF-CC90-4597-D9C2-F0F936A7537B}" dt="2025-06-25T04:18:44.300" v="440"/>
          <ac:graphicFrameMkLst>
            <pc:docMk/>
            <pc:sldMk cId="763096425" sldId="266"/>
            <ac:graphicFrameMk id="13" creationId="{1051C227-E102-397F-A769-A044B7CCEEFF}"/>
          </ac:graphicFrameMkLst>
        </pc:graphicFrameChg>
        <pc:graphicFrameChg chg="add del mod">
          <ac:chgData name="Young Kweon" userId="S::kweony01@myunitec.ac.nz::5bb15c8c-b1de-4ec5-bbf7-7dccc9295d51" providerId="AD" clId="Web-{76AFD0FF-CC90-4597-D9C2-F0F936A7537B}" dt="2025-06-25T04:20:02.880" v="481"/>
          <ac:graphicFrameMkLst>
            <pc:docMk/>
            <pc:sldMk cId="763096425" sldId="266"/>
            <ac:graphicFrameMk id="14" creationId="{897D4E21-CB40-CB44-A2C3-6032ED44EF52}"/>
          </ac:graphicFrameMkLst>
        </pc:graphicFrameChg>
        <pc:graphicFrameChg chg="add modGraphic">
          <ac:chgData name="Young Kweon" userId="S::kweony01@myunitec.ac.nz::5bb15c8c-b1de-4ec5-bbf7-7dccc9295d51" providerId="AD" clId="Web-{76AFD0FF-CC90-4597-D9C2-F0F936A7537B}" dt="2025-06-25T04:23:01.010" v="505" actId="20577"/>
          <ac:graphicFrameMkLst>
            <pc:docMk/>
            <pc:sldMk cId="763096425" sldId="266"/>
            <ac:graphicFrameMk id="16" creationId="{597D9581-A98A-2995-0697-7E1C4AE553C0}"/>
          </ac:graphicFrameMkLst>
        </pc:graphicFrameChg>
      </pc:sldChg>
      <pc:sldChg chg="addSp delSp modSp new mod modClrScheme chgLayout">
        <pc:chgData name="Young Kweon" userId="S::kweony01@myunitec.ac.nz::5bb15c8c-b1de-4ec5-bbf7-7dccc9295d51" providerId="AD" clId="Web-{76AFD0FF-CC90-4597-D9C2-F0F936A7537B}" dt="2025-06-25T04:21:51.133" v="495" actId="1076"/>
        <pc:sldMkLst>
          <pc:docMk/>
          <pc:sldMk cId="1328378636" sldId="267"/>
        </pc:sldMkLst>
        <pc:spChg chg="mod">
          <ac:chgData name="Young Kweon" userId="S::kweony01@myunitec.ac.nz::5bb15c8c-b1de-4ec5-bbf7-7dccc9295d51" providerId="AD" clId="Web-{76AFD0FF-CC90-4597-D9C2-F0F936A7537B}" dt="2025-06-25T04:21:38.242" v="493"/>
          <ac:spMkLst>
            <pc:docMk/>
            <pc:sldMk cId="1328378636" sldId="267"/>
            <ac:spMk id="2" creationId="{62BA6B95-9017-1DDF-CB04-1902F7B8090E}"/>
          </ac:spMkLst>
        </pc:spChg>
        <pc:spChg chg="del mod">
          <ac:chgData name="Young Kweon" userId="S::kweony01@myunitec.ac.nz::5bb15c8c-b1de-4ec5-bbf7-7dccc9295d51" providerId="AD" clId="Web-{76AFD0FF-CC90-4597-D9C2-F0F936A7537B}" dt="2025-06-25T04:21:38.242" v="493"/>
          <ac:spMkLst>
            <pc:docMk/>
            <pc:sldMk cId="1328378636" sldId="267"/>
            <ac:spMk id="3" creationId="{1D648163-0321-BE17-33D4-65166E63CED9}"/>
          </ac:spMkLst>
        </pc:spChg>
        <pc:spChg chg="mod">
          <ac:chgData name="Young Kweon" userId="S::kweony01@myunitec.ac.nz::5bb15c8c-b1de-4ec5-bbf7-7dccc9295d51" providerId="AD" clId="Web-{76AFD0FF-CC90-4597-D9C2-F0F936A7537B}" dt="2025-06-25T04:21:38.242" v="493"/>
          <ac:spMkLst>
            <pc:docMk/>
            <pc:sldMk cId="1328378636" sldId="267"/>
            <ac:spMk id="4" creationId="{11B6FEC8-62FA-7A36-C923-5CC3B4BC0B70}"/>
          </ac:spMkLst>
        </pc:spChg>
        <pc:spChg chg="mod">
          <ac:chgData name="Young Kweon" userId="S::kweony01@myunitec.ac.nz::5bb15c8c-b1de-4ec5-bbf7-7dccc9295d51" providerId="AD" clId="Web-{76AFD0FF-CC90-4597-D9C2-F0F936A7537B}" dt="2025-06-25T04:21:38.242" v="493"/>
          <ac:spMkLst>
            <pc:docMk/>
            <pc:sldMk cId="1328378636" sldId="267"/>
            <ac:spMk id="5" creationId="{DBFEDD60-DD88-026A-BD52-50DE0D80B1FD}"/>
          </ac:spMkLst>
        </pc:spChg>
        <pc:spChg chg="mod">
          <ac:chgData name="Young Kweon" userId="S::kweony01@myunitec.ac.nz::5bb15c8c-b1de-4ec5-bbf7-7dccc9295d51" providerId="AD" clId="Web-{76AFD0FF-CC90-4597-D9C2-F0F936A7537B}" dt="2025-06-25T04:21:38.242" v="493"/>
          <ac:spMkLst>
            <pc:docMk/>
            <pc:sldMk cId="1328378636" sldId="267"/>
            <ac:spMk id="6" creationId="{702F4CC5-2A9A-F677-3F03-8E7BC4780DDD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21:43.602" v="494"/>
          <ac:spMkLst>
            <pc:docMk/>
            <pc:sldMk cId="1328378636" sldId="267"/>
            <ac:spMk id="12" creationId="{4AA8EC4B-DE85-B497-7E7F-89460A1CAEF7}"/>
          </ac:spMkLst>
        </pc:spChg>
        <pc:graphicFrameChg chg="add mod">
          <ac:chgData name="Young Kweon" userId="S::kweony01@myunitec.ac.nz::5bb15c8c-b1de-4ec5-bbf7-7dccc9295d51" providerId="AD" clId="Web-{76AFD0FF-CC90-4597-D9C2-F0F936A7537B}" dt="2025-06-25T04:21:51.133" v="495" actId="1076"/>
          <ac:graphicFrameMkLst>
            <pc:docMk/>
            <pc:sldMk cId="1328378636" sldId="267"/>
            <ac:graphicFrameMk id="8" creationId="{4E22DDB7-780E-131B-992A-3195518CA547}"/>
          </ac:graphicFrameMkLst>
        </pc:graphicFrameChg>
      </pc:sldChg>
      <pc:sldChg chg="addSp delSp modSp new mod modClrScheme chgLayout">
        <pc:chgData name="Young Kweon" userId="S::kweony01@myunitec.ac.nz::5bb15c8c-b1de-4ec5-bbf7-7dccc9295d51" providerId="AD" clId="Web-{76AFD0FF-CC90-4597-D9C2-F0F936A7537B}" dt="2025-06-25T04:22:27.712" v="500" actId="1076"/>
        <pc:sldMkLst>
          <pc:docMk/>
          <pc:sldMk cId="541704852" sldId="268"/>
        </pc:sldMkLst>
        <pc:spChg chg="mod">
          <ac:chgData name="Young Kweon" userId="S::kweony01@myunitec.ac.nz::5bb15c8c-b1de-4ec5-bbf7-7dccc9295d51" providerId="AD" clId="Web-{76AFD0FF-CC90-4597-D9C2-F0F936A7537B}" dt="2025-06-25T04:22:13.509" v="496"/>
          <ac:spMkLst>
            <pc:docMk/>
            <pc:sldMk cId="541704852" sldId="268"/>
            <ac:spMk id="2" creationId="{3EE35807-C8DB-D381-407C-7FB424370847}"/>
          </ac:spMkLst>
        </pc:spChg>
        <pc:spChg chg="del mod">
          <ac:chgData name="Young Kweon" userId="S::kweony01@myunitec.ac.nz::5bb15c8c-b1de-4ec5-bbf7-7dccc9295d51" providerId="AD" clId="Web-{76AFD0FF-CC90-4597-D9C2-F0F936A7537B}" dt="2025-06-25T04:22:13.509" v="496"/>
          <ac:spMkLst>
            <pc:docMk/>
            <pc:sldMk cId="541704852" sldId="268"/>
            <ac:spMk id="3" creationId="{56F803F1-2A0C-274A-7FBF-D9352D026ECC}"/>
          </ac:spMkLst>
        </pc:spChg>
        <pc:spChg chg="mod">
          <ac:chgData name="Young Kweon" userId="S::kweony01@myunitec.ac.nz::5bb15c8c-b1de-4ec5-bbf7-7dccc9295d51" providerId="AD" clId="Web-{76AFD0FF-CC90-4597-D9C2-F0F936A7537B}" dt="2025-06-25T04:22:13.509" v="496"/>
          <ac:spMkLst>
            <pc:docMk/>
            <pc:sldMk cId="541704852" sldId="268"/>
            <ac:spMk id="4" creationId="{D0F14154-785C-C81F-6395-39428A1118A9}"/>
          </ac:spMkLst>
        </pc:spChg>
        <pc:spChg chg="mod">
          <ac:chgData name="Young Kweon" userId="S::kweony01@myunitec.ac.nz::5bb15c8c-b1de-4ec5-bbf7-7dccc9295d51" providerId="AD" clId="Web-{76AFD0FF-CC90-4597-D9C2-F0F936A7537B}" dt="2025-06-25T04:22:13.509" v="496"/>
          <ac:spMkLst>
            <pc:docMk/>
            <pc:sldMk cId="541704852" sldId="268"/>
            <ac:spMk id="5" creationId="{69BC234B-80D3-B23D-17D1-7564F4FC1174}"/>
          </ac:spMkLst>
        </pc:spChg>
        <pc:spChg chg="mod">
          <ac:chgData name="Young Kweon" userId="S::kweony01@myunitec.ac.nz::5bb15c8c-b1de-4ec5-bbf7-7dccc9295d51" providerId="AD" clId="Web-{76AFD0FF-CC90-4597-D9C2-F0F936A7537B}" dt="2025-06-25T04:22:13.509" v="496"/>
          <ac:spMkLst>
            <pc:docMk/>
            <pc:sldMk cId="541704852" sldId="268"/>
            <ac:spMk id="6" creationId="{5448AF53-1F62-003E-80EA-A37AAF173730}"/>
          </ac:spMkLst>
        </pc:spChg>
        <pc:spChg chg="add del mod">
          <ac:chgData name="Young Kweon" userId="S::kweony01@myunitec.ac.nz::5bb15c8c-b1de-4ec5-bbf7-7dccc9295d51" providerId="AD" clId="Web-{76AFD0FF-CC90-4597-D9C2-F0F936A7537B}" dt="2025-06-25T04:22:18.165" v="497"/>
          <ac:spMkLst>
            <pc:docMk/>
            <pc:sldMk cId="541704852" sldId="268"/>
            <ac:spMk id="12" creationId="{50C320BD-AD49-C945-4D45-CE8EA1299845}"/>
          </ac:spMkLst>
        </pc:spChg>
        <pc:spChg chg="add del">
          <ac:chgData name="Young Kweon" userId="S::kweony01@myunitec.ac.nz::5bb15c8c-b1de-4ec5-bbf7-7dccc9295d51" providerId="AD" clId="Web-{76AFD0FF-CC90-4597-D9C2-F0F936A7537B}" dt="2025-06-25T04:22:23.447" v="499"/>
          <ac:spMkLst>
            <pc:docMk/>
            <pc:sldMk cId="541704852" sldId="268"/>
            <ac:spMk id="13" creationId="{CC62B3A4-F9AC-7435-2CC0-5A1BA783F629}"/>
          </ac:spMkLst>
        </pc:spChg>
        <pc:graphicFrameChg chg="add mod modGraphic">
          <ac:chgData name="Young Kweon" userId="S::kweony01@myunitec.ac.nz::5bb15c8c-b1de-4ec5-bbf7-7dccc9295d51" providerId="AD" clId="Web-{76AFD0FF-CC90-4597-D9C2-F0F936A7537B}" dt="2025-06-25T04:22:27.712" v="500" actId="1076"/>
          <ac:graphicFrameMkLst>
            <pc:docMk/>
            <pc:sldMk cId="541704852" sldId="268"/>
            <ac:graphicFrameMk id="8" creationId="{E2D5520A-E32E-B402-1AD7-5BC8749A485A}"/>
          </ac:graphicFrameMkLst>
        </pc:graphicFrameChg>
      </pc:sldChg>
      <pc:sldChg chg="modSp new del">
        <pc:chgData name="Young Kweon" userId="S::kweony01@myunitec.ac.nz::5bb15c8c-b1de-4ec5-bbf7-7dccc9295d51" providerId="AD" clId="Web-{76AFD0FF-CC90-4597-D9C2-F0F936A7537B}" dt="2025-06-25T03:47:14.672" v="301"/>
        <pc:sldMkLst>
          <pc:docMk/>
          <pc:sldMk cId="2417441288" sldId="268"/>
        </pc:sldMkLst>
        <pc:spChg chg="mod">
          <ac:chgData name="Young Kweon" userId="S::kweony01@myunitec.ac.nz::5bb15c8c-b1de-4ec5-bbf7-7dccc9295d51" providerId="AD" clId="Web-{76AFD0FF-CC90-4597-D9C2-F0F936A7537B}" dt="2025-06-25T03:47:14.266" v="300" actId="20577"/>
          <ac:spMkLst>
            <pc:docMk/>
            <pc:sldMk cId="2417441288" sldId="268"/>
            <ac:spMk id="2" creationId="{A62B08E4-C345-2852-E7F2-46412FF6BF9A}"/>
          </ac:spMkLst>
        </pc:spChg>
      </pc:sldChg>
      <pc:sldChg chg="modSp new del">
        <pc:chgData name="Young Kweon" userId="S::kweony01@myunitec.ac.nz::5bb15c8c-b1de-4ec5-bbf7-7dccc9295d51" providerId="AD" clId="Web-{76AFD0FF-CC90-4597-D9C2-F0F936A7537B}" dt="2025-06-25T03:14:07.431" v="293"/>
        <pc:sldMkLst>
          <pc:docMk/>
          <pc:sldMk cId="2971851698" sldId="268"/>
        </pc:sldMkLst>
        <pc:spChg chg="mod">
          <ac:chgData name="Young Kweon" userId="S::kweony01@myunitec.ac.nz::5bb15c8c-b1de-4ec5-bbf7-7dccc9295d51" providerId="AD" clId="Web-{76AFD0FF-CC90-4597-D9C2-F0F936A7537B}" dt="2025-06-25T02:59:34.227" v="280" actId="20577"/>
          <ac:spMkLst>
            <pc:docMk/>
            <pc:sldMk cId="2971851698" sldId="268"/>
            <ac:spMk id="2" creationId="{20463D0B-DF4B-5AF7-46DA-869E8373FCDC}"/>
          </ac:spMkLst>
        </pc:spChg>
      </pc:sldChg>
    </pc:docChg>
  </pc:docChgLst>
  <pc:docChgLst>
    <pc:chgData name="Young Kweon" userId="S::kweony01@myunitec.ac.nz::5bb15c8c-b1de-4ec5-bbf7-7dccc9295d51" providerId="AD" clId="Web-{B034193D-067E-9248-FA37-94B133A035B7}"/>
    <pc:docChg chg="addSld modSld">
      <pc:chgData name="Young Kweon" userId="S::kweony01@myunitec.ac.nz::5bb15c8c-b1de-4ec5-bbf7-7dccc9295d51" providerId="AD" clId="Web-{B034193D-067E-9248-FA37-94B133A035B7}" dt="2025-06-14T04:12:12.107" v="5" actId="20577"/>
      <pc:docMkLst>
        <pc:docMk/>
      </pc:docMkLst>
      <pc:sldChg chg="modSp new">
        <pc:chgData name="Young Kweon" userId="S::kweony01@myunitec.ac.nz::5bb15c8c-b1de-4ec5-bbf7-7dccc9295d51" providerId="AD" clId="Web-{B034193D-067E-9248-FA37-94B133A035B7}" dt="2025-06-14T04:11:57.982" v="1" actId="20577"/>
        <pc:sldMkLst>
          <pc:docMk/>
          <pc:sldMk cId="3639462926" sldId="260"/>
        </pc:sldMkLst>
        <pc:spChg chg="mod">
          <ac:chgData name="Young Kweon" userId="S::kweony01@myunitec.ac.nz::5bb15c8c-b1de-4ec5-bbf7-7dccc9295d51" providerId="AD" clId="Web-{B034193D-067E-9248-FA37-94B133A035B7}" dt="2025-06-14T04:11:57.982" v="1" actId="20577"/>
          <ac:spMkLst>
            <pc:docMk/>
            <pc:sldMk cId="3639462926" sldId="260"/>
            <ac:spMk id="2" creationId="{0408A036-A297-734C-C787-83DEE0B5F5D2}"/>
          </ac:spMkLst>
        </pc:spChg>
      </pc:sldChg>
      <pc:sldChg chg="modSp new">
        <pc:chgData name="Young Kweon" userId="S::kweony01@myunitec.ac.nz::5bb15c8c-b1de-4ec5-bbf7-7dccc9295d51" providerId="AD" clId="Web-{B034193D-067E-9248-FA37-94B133A035B7}" dt="2025-06-14T04:12:05.794" v="3" actId="20577"/>
        <pc:sldMkLst>
          <pc:docMk/>
          <pc:sldMk cId="91038720" sldId="261"/>
        </pc:sldMkLst>
        <pc:spChg chg="mod">
          <ac:chgData name="Young Kweon" userId="S::kweony01@myunitec.ac.nz::5bb15c8c-b1de-4ec5-bbf7-7dccc9295d51" providerId="AD" clId="Web-{B034193D-067E-9248-FA37-94B133A035B7}" dt="2025-06-14T04:12:05.794" v="3" actId="20577"/>
          <ac:spMkLst>
            <pc:docMk/>
            <pc:sldMk cId="91038720" sldId="261"/>
            <ac:spMk id="2" creationId="{F8BD0FF0-A798-BCDB-22DB-31A43B694249}"/>
          </ac:spMkLst>
        </pc:spChg>
      </pc:sldChg>
      <pc:sldChg chg="modSp new">
        <pc:chgData name="Young Kweon" userId="S::kweony01@myunitec.ac.nz::5bb15c8c-b1de-4ec5-bbf7-7dccc9295d51" providerId="AD" clId="Web-{B034193D-067E-9248-FA37-94B133A035B7}" dt="2025-06-14T04:12:12.107" v="5" actId="20577"/>
        <pc:sldMkLst>
          <pc:docMk/>
          <pc:sldMk cId="2418199327" sldId="262"/>
        </pc:sldMkLst>
        <pc:spChg chg="mod">
          <ac:chgData name="Young Kweon" userId="S::kweony01@myunitec.ac.nz::5bb15c8c-b1de-4ec5-bbf7-7dccc9295d51" providerId="AD" clId="Web-{B034193D-067E-9248-FA37-94B133A035B7}" dt="2025-06-14T04:12:12.107" v="5" actId="20577"/>
          <ac:spMkLst>
            <pc:docMk/>
            <pc:sldMk cId="2418199327" sldId="262"/>
            <ac:spMk id="2" creationId="{F2C5FD08-AAAE-83E7-874B-22D458222C9B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11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10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2.svg"/><Relationship Id="rId5" Type="http://schemas.openxmlformats.org/officeDocument/2006/relationships/image" Target="../media/image10.png"/><Relationship Id="rId4" Type="http://schemas.openxmlformats.org/officeDocument/2006/relationships/image" Target="../media/image31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11.svg"/><Relationship Id="rId9" Type="http://schemas.openxmlformats.org/officeDocument/2006/relationships/image" Target="../media/image39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32.svg"/><Relationship Id="rId1" Type="http://schemas.openxmlformats.org/officeDocument/2006/relationships/image" Target="../media/image10.png"/><Relationship Id="rId6" Type="http://schemas.openxmlformats.org/officeDocument/2006/relationships/image" Target="../media/image43.svg"/><Relationship Id="rId5" Type="http://schemas.openxmlformats.org/officeDocument/2006/relationships/image" Target="../media/image35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4" Type="http://schemas.openxmlformats.org/officeDocument/2006/relationships/image" Target="../media/image4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svg"/><Relationship Id="rId2" Type="http://schemas.openxmlformats.org/officeDocument/2006/relationships/image" Target="../media/image15.svg"/><Relationship Id="rId16" Type="http://schemas.openxmlformats.org/officeDocument/2006/relationships/image" Target="../media/image11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10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Relationship Id="rId1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2.svg"/><Relationship Id="rId5" Type="http://schemas.openxmlformats.org/officeDocument/2006/relationships/image" Target="../media/image10.png"/><Relationship Id="rId4" Type="http://schemas.openxmlformats.org/officeDocument/2006/relationships/image" Target="../media/image3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10" Type="http://schemas.openxmlformats.org/officeDocument/2006/relationships/image" Target="../media/image40.svg"/><Relationship Id="rId4" Type="http://schemas.openxmlformats.org/officeDocument/2006/relationships/image" Target="../media/image11.svg"/><Relationship Id="rId9" Type="http://schemas.openxmlformats.org/officeDocument/2006/relationships/image" Target="../media/image39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image" Target="../media/image32.svg"/><Relationship Id="rId1" Type="http://schemas.openxmlformats.org/officeDocument/2006/relationships/image" Target="../media/image10.png"/><Relationship Id="rId6" Type="http://schemas.openxmlformats.org/officeDocument/2006/relationships/image" Target="../media/image43.svg"/><Relationship Id="rId5" Type="http://schemas.openxmlformats.org/officeDocument/2006/relationships/image" Target="../media/image35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4" Type="http://schemas.openxmlformats.org/officeDocument/2006/relationships/image" Target="../media/image4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B89C15-3DA6-4802-98EF-1091C2B6E670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BA38CF-4CF4-4E9B-8409-0E46F9920158}">
      <dgm:prSet/>
      <dgm:spPr/>
      <dgm:t>
        <a:bodyPr/>
        <a:lstStyle/>
        <a:p>
          <a:r>
            <a:rPr lang="en-US"/>
            <a:t>MetaStealer Incident Response &amp; Executive Briefing</a:t>
          </a:r>
        </a:p>
      </dgm:t>
    </dgm:pt>
    <dgm:pt modelId="{3F4108B6-5386-49D1-81A6-E1CAA017B241}" type="parTrans" cxnId="{106617D0-5D85-4219-A646-39A8F637E258}">
      <dgm:prSet/>
      <dgm:spPr/>
      <dgm:t>
        <a:bodyPr/>
        <a:lstStyle/>
        <a:p>
          <a:endParaRPr lang="en-US"/>
        </a:p>
      </dgm:t>
    </dgm:pt>
    <dgm:pt modelId="{1A55BFC8-5C37-4BD0-9426-BC6ADC2969AE}" type="sibTrans" cxnId="{106617D0-5D85-4219-A646-39A8F637E258}">
      <dgm:prSet/>
      <dgm:spPr/>
      <dgm:t>
        <a:bodyPr/>
        <a:lstStyle/>
        <a:p>
          <a:endParaRPr lang="en-US"/>
        </a:p>
      </dgm:t>
    </dgm:pt>
    <dgm:pt modelId="{07FB34A9-F989-4A31-A4CC-F0888A58E61B}">
      <dgm:prSet/>
      <dgm:spPr/>
      <dgm:t>
        <a:bodyPr/>
        <a:lstStyle/>
        <a:p>
          <a:r>
            <a:rPr lang="en-US"/>
            <a:t>Impact on security principles </a:t>
          </a:r>
        </a:p>
      </dgm:t>
    </dgm:pt>
    <dgm:pt modelId="{FA363826-3168-4FA9-BC5E-3C2373838A6B}" type="parTrans" cxnId="{1A68BC3D-89F1-412C-90AF-15DB3C94EAED}">
      <dgm:prSet/>
      <dgm:spPr/>
      <dgm:t>
        <a:bodyPr/>
        <a:lstStyle/>
        <a:p>
          <a:endParaRPr lang="en-US"/>
        </a:p>
      </dgm:t>
    </dgm:pt>
    <dgm:pt modelId="{F049C0CB-EE7A-4EF9-9F60-4142933B6C61}" type="sibTrans" cxnId="{1A68BC3D-89F1-412C-90AF-15DB3C94EAED}">
      <dgm:prSet/>
      <dgm:spPr/>
      <dgm:t>
        <a:bodyPr/>
        <a:lstStyle/>
        <a:p>
          <a:endParaRPr lang="en-US"/>
        </a:p>
      </dgm:t>
    </dgm:pt>
    <dgm:pt modelId="{B9D1A639-BA06-4B8E-A975-ADFBFB62A2A5}">
      <dgm:prSet/>
      <dgm:spPr/>
      <dgm:t>
        <a:bodyPr/>
        <a:lstStyle/>
        <a:p>
          <a:r>
            <a:rPr lang="en-US"/>
            <a:t>CIA-AAA</a:t>
          </a:r>
        </a:p>
      </dgm:t>
    </dgm:pt>
    <dgm:pt modelId="{CD737FBA-64CC-4B23-B067-D88431E7F26C}" type="parTrans" cxnId="{5FE4AE7A-BD27-4307-B686-5BD304DB942C}">
      <dgm:prSet/>
      <dgm:spPr/>
      <dgm:t>
        <a:bodyPr/>
        <a:lstStyle/>
        <a:p>
          <a:endParaRPr lang="en-US"/>
        </a:p>
      </dgm:t>
    </dgm:pt>
    <dgm:pt modelId="{1D2DF6EB-7795-476A-A7E3-371B6411392D}" type="sibTrans" cxnId="{5FE4AE7A-BD27-4307-B686-5BD304DB942C}">
      <dgm:prSet/>
      <dgm:spPr/>
      <dgm:t>
        <a:bodyPr/>
        <a:lstStyle/>
        <a:p>
          <a:endParaRPr lang="en-US"/>
        </a:p>
      </dgm:t>
    </dgm:pt>
    <dgm:pt modelId="{B1CF23DB-7409-4615-8C53-C1F4569D25CA}">
      <dgm:prSet/>
      <dgm:spPr/>
      <dgm:t>
        <a:bodyPr/>
        <a:lstStyle/>
        <a:p>
          <a:r>
            <a:rPr lang="en-US"/>
            <a:t>Three mitigation principles </a:t>
          </a:r>
        </a:p>
      </dgm:t>
    </dgm:pt>
    <dgm:pt modelId="{C316FBAC-3EB9-413C-B424-871E54277AD8}" type="parTrans" cxnId="{2DF43A16-F3BF-4E40-BD71-35D435198695}">
      <dgm:prSet/>
      <dgm:spPr/>
      <dgm:t>
        <a:bodyPr/>
        <a:lstStyle/>
        <a:p>
          <a:endParaRPr lang="en-US"/>
        </a:p>
      </dgm:t>
    </dgm:pt>
    <dgm:pt modelId="{E7D2BCB6-D23B-43F6-8447-3A8ED0E8814D}" type="sibTrans" cxnId="{2DF43A16-F3BF-4E40-BD71-35D435198695}">
      <dgm:prSet/>
      <dgm:spPr/>
      <dgm:t>
        <a:bodyPr/>
        <a:lstStyle/>
        <a:p>
          <a:endParaRPr lang="en-US"/>
        </a:p>
      </dgm:t>
    </dgm:pt>
    <dgm:pt modelId="{CBA8BB1A-A9A0-4CAA-8C3F-AF39D4396040}">
      <dgm:prSet/>
      <dgm:spPr/>
      <dgm:t>
        <a:bodyPr/>
        <a:lstStyle/>
        <a:p>
          <a:r>
            <a:rPr lang="en-US"/>
            <a:t>POLP</a:t>
          </a:r>
        </a:p>
      </dgm:t>
    </dgm:pt>
    <dgm:pt modelId="{6082B9A8-A5D5-4C79-A690-5ED933E78FFC}" type="parTrans" cxnId="{1DCCC457-2334-4A91-A162-1406F0BCF4D6}">
      <dgm:prSet/>
      <dgm:spPr/>
      <dgm:t>
        <a:bodyPr/>
        <a:lstStyle/>
        <a:p>
          <a:endParaRPr lang="en-US"/>
        </a:p>
      </dgm:t>
    </dgm:pt>
    <dgm:pt modelId="{104B0733-3FC8-442A-B1BD-240D1F89D489}" type="sibTrans" cxnId="{1DCCC457-2334-4A91-A162-1406F0BCF4D6}">
      <dgm:prSet/>
      <dgm:spPr/>
      <dgm:t>
        <a:bodyPr/>
        <a:lstStyle/>
        <a:p>
          <a:endParaRPr lang="en-US"/>
        </a:p>
      </dgm:t>
    </dgm:pt>
    <dgm:pt modelId="{62E1AC68-C917-439B-BCBB-FABBE832DA8A}">
      <dgm:prSet/>
      <dgm:spPr/>
      <dgm:t>
        <a:bodyPr/>
        <a:lstStyle/>
        <a:p>
          <a:r>
            <a:rPr lang="en-US"/>
            <a:t>DiD</a:t>
          </a:r>
        </a:p>
      </dgm:t>
    </dgm:pt>
    <dgm:pt modelId="{A6855BB3-8C86-4CAD-8496-9106AC1C6F23}" type="parTrans" cxnId="{99C52B1C-B35F-41F3-BF22-6C4750BCD494}">
      <dgm:prSet/>
      <dgm:spPr/>
      <dgm:t>
        <a:bodyPr/>
        <a:lstStyle/>
        <a:p>
          <a:endParaRPr lang="en-US"/>
        </a:p>
      </dgm:t>
    </dgm:pt>
    <dgm:pt modelId="{A31E5EFD-563E-4F02-B742-23A82143D4D6}" type="sibTrans" cxnId="{99C52B1C-B35F-41F3-BF22-6C4750BCD494}">
      <dgm:prSet/>
      <dgm:spPr/>
      <dgm:t>
        <a:bodyPr/>
        <a:lstStyle/>
        <a:p>
          <a:endParaRPr lang="en-US"/>
        </a:p>
      </dgm:t>
    </dgm:pt>
    <dgm:pt modelId="{6329E162-D7BC-40BE-8377-7BCDF8865549}">
      <dgm:prSet/>
      <dgm:spPr/>
      <dgm:t>
        <a:bodyPr/>
        <a:lstStyle/>
        <a:p>
          <a:r>
            <a:rPr lang="en-US"/>
            <a:t>ZTA</a:t>
          </a:r>
        </a:p>
      </dgm:t>
    </dgm:pt>
    <dgm:pt modelId="{6561F035-6697-4190-AFA6-07CB41E0BC8B}" type="parTrans" cxnId="{1A7C27FC-690A-44C4-B7E0-D8D58BD5AE0A}">
      <dgm:prSet/>
      <dgm:spPr/>
      <dgm:t>
        <a:bodyPr/>
        <a:lstStyle/>
        <a:p>
          <a:endParaRPr lang="en-US"/>
        </a:p>
      </dgm:t>
    </dgm:pt>
    <dgm:pt modelId="{6F849426-EAA8-43A5-A2EA-3144EA32F599}" type="sibTrans" cxnId="{1A7C27FC-690A-44C4-B7E0-D8D58BD5AE0A}">
      <dgm:prSet/>
      <dgm:spPr/>
      <dgm:t>
        <a:bodyPr/>
        <a:lstStyle/>
        <a:p>
          <a:endParaRPr lang="en-US"/>
        </a:p>
      </dgm:t>
    </dgm:pt>
    <dgm:pt modelId="{E4F7DBED-83E5-4059-8410-B7097B36B2D6}">
      <dgm:prSet/>
      <dgm:spPr/>
      <dgm:t>
        <a:bodyPr/>
        <a:lstStyle/>
        <a:p>
          <a:r>
            <a:rPr lang="en-US"/>
            <a:t>Access control</a:t>
          </a:r>
        </a:p>
      </dgm:t>
    </dgm:pt>
    <dgm:pt modelId="{7EAF10CF-8A5C-4E5F-8CA7-94CD8F74CD36}" type="parTrans" cxnId="{D34C73F5-9718-4CD9-99FA-0A138F59A91C}">
      <dgm:prSet/>
      <dgm:spPr/>
      <dgm:t>
        <a:bodyPr/>
        <a:lstStyle/>
        <a:p>
          <a:endParaRPr lang="en-US"/>
        </a:p>
      </dgm:t>
    </dgm:pt>
    <dgm:pt modelId="{DA354D7D-D7CD-4FE5-8543-31992B62082F}" type="sibTrans" cxnId="{D34C73F5-9718-4CD9-99FA-0A138F59A91C}">
      <dgm:prSet/>
      <dgm:spPr/>
      <dgm:t>
        <a:bodyPr/>
        <a:lstStyle/>
        <a:p>
          <a:endParaRPr lang="en-US"/>
        </a:p>
      </dgm:t>
    </dgm:pt>
    <dgm:pt modelId="{8CB02E8C-B755-4707-8ADB-4596B47BB5EE}">
      <dgm:prSet/>
      <dgm:spPr/>
      <dgm:t>
        <a:bodyPr/>
        <a:lstStyle/>
        <a:p>
          <a:r>
            <a:rPr lang="en-US"/>
            <a:t>Framework recommendations with justifications</a:t>
          </a:r>
        </a:p>
      </dgm:t>
    </dgm:pt>
    <dgm:pt modelId="{6A24C887-C4A1-4968-AE73-27FB7C4B355D}" type="parTrans" cxnId="{D93E92B1-8C00-47F9-A3C4-542CE69FCC76}">
      <dgm:prSet/>
      <dgm:spPr/>
      <dgm:t>
        <a:bodyPr/>
        <a:lstStyle/>
        <a:p>
          <a:endParaRPr lang="en-US"/>
        </a:p>
      </dgm:t>
    </dgm:pt>
    <dgm:pt modelId="{A4EE5376-1326-4F40-9681-60CA01C311DD}" type="sibTrans" cxnId="{D93E92B1-8C00-47F9-A3C4-542CE69FCC76}">
      <dgm:prSet/>
      <dgm:spPr/>
      <dgm:t>
        <a:bodyPr/>
        <a:lstStyle/>
        <a:p>
          <a:endParaRPr lang="en-US"/>
        </a:p>
      </dgm:t>
    </dgm:pt>
    <dgm:pt modelId="{0BEC9D12-11D8-4768-BE79-E1EFD14928D6}">
      <dgm:prSet/>
      <dgm:spPr/>
      <dgm:t>
        <a:bodyPr/>
        <a:lstStyle/>
        <a:p>
          <a:r>
            <a:rPr lang="en-US"/>
            <a:t>NIST CSF</a:t>
          </a:r>
        </a:p>
      </dgm:t>
    </dgm:pt>
    <dgm:pt modelId="{5B9E5FA9-8946-4BD7-85BB-003F418F381F}" type="parTrans" cxnId="{FE01D772-ACA9-45DE-990D-A203F1C011FF}">
      <dgm:prSet/>
      <dgm:spPr/>
      <dgm:t>
        <a:bodyPr/>
        <a:lstStyle/>
        <a:p>
          <a:endParaRPr lang="en-US"/>
        </a:p>
      </dgm:t>
    </dgm:pt>
    <dgm:pt modelId="{6C2FB5EC-F1EB-4D89-9C65-3105A9ECC80D}" type="sibTrans" cxnId="{FE01D772-ACA9-45DE-990D-A203F1C011FF}">
      <dgm:prSet/>
      <dgm:spPr/>
      <dgm:t>
        <a:bodyPr/>
        <a:lstStyle/>
        <a:p>
          <a:endParaRPr lang="en-US"/>
        </a:p>
      </dgm:t>
    </dgm:pt>
    <dgm:pt modelId="{521DBF08-C407-486E-A58F-6C0D4E5D40A1}">
      <dgm:prSet/>
      <dgm:spPr/>
      <dgm:t>
        <a:bodyPr/>
        <a:lstStyle/>
        <a:p>
          <a:r>
            <a:rPr lang="en-US"/>
            <a:t>MITRE ATT&amp;CK</a:t>
          </a:r>
        </a:p>
      </dgm:t>
    </dgm:pt>
    <dgm:pt modelId="{8A1D2BD5-F5D6-4ED4-B132-652037C1DF56}" type="parTrans" cxnId="{43BF2D09-B5C6-43DA-B306-CF26392E019F}">
      <dgm:prSet/>
      <dgm:spPr/>
      <dgm:t>
        <a:bodyPr/>
        <a:lstStyle/>
        <a:p>
          <a:endParaRPr lang="en-US"/>
        </a:p>
      </dgm:t>
    </dgm:pt>
    <dgm:pt modelId="{1BB3DDBA-3A26-44AD-8B74-9A69E5BCCF9F}" type="sibTrans" cxnId="{43BF2D09-B5C6-43DA-B306-CF26392E019F}">
      <dgm:prSet/>
      <dgm:spPr/>
      <dgm:t>
        <a:bodyPr/>
        <a:lstStyle/>
        <a:p>
          <a:endParaRPr lang="en-US"/>
        </a:p>
      </dgm:t>
    </dgm:pt>
    <dgm:pt modelId="{AF6CA35D-4753-483F-A262-B05D7AA469A2}">
      <dgm:prSet/>
      <dgm:spPr/>
      <dgm:t>
        <a:bodyPr/>
        <a:lstStyle/>
        <a:p>
          <a:r>
            <a:rPr lang="en-US"/>
            <a:t>ISO 27001</a:t>
          </a:r>
        </a:p>
      </dgm:t>
    </dgm:pt>
    <dgm:pt modelId="{EFF4667F-858F-426C-A74B-A0C6009ED06A}" type="parTrans" cxnId="{49D714AB-420F-4F8B-B8E7-263A9CB22F62}">
      <dgm:prSet/>
      <dgm:spPr/>
      <dgm:t>
        <a:bodyPr/>
        <a:lstStyle/>
        <a:p>
          <a:endParaRPr lang="en-US"/>
        </a:p>
      </dgm:t>
    </dgm:pt>
    <dgm:pt modelId="{904E4553-506A-49D9-AECB-D19864196B7E}" type="sibTrans" cxnId="{49D714AB-420F-4F8B-B8E7-263A9CB22F62}">
      <dgm:prSet/>
      <dgm:spPr/>
      <dgm:t>
        <a:bodyPr/>
        <a:lstStyle/>
        <a:p>
          <a:endParaRPr lang="en-US"/>
        </a:p>
      </dgm:t>
    </dgm:pt>
    <dgm:pt modelId="{D7C2A112-EC39-4F0C-B4EC-4CB37157A480}" type="pres">
      <dgm:prSet presAssocID="{9AB89C15-3DA6-4802-98EF-1091C2B6E670}" presName="Name0" presStyleCnt="0">
        <dgm:presLayoutVars>
          <dgm:dir/>
          <dgm:animLvl val="lvl"/>
          <dgm:resizeHandles val="exact"/>
        </dgm:presLayoutVars>
      </dgm:prSet>
      <dgm:spPr/>
    </dgm:pt>
    <dgm:pt modelId="{1459303C-4DDC-4531-B2B7-A248E24D9FD7}" type="pres">
      <dgm:prSet presAssocID="{F8BA38CF-4CF4-4E9B-8409-0E46F9920158}" presName="linNode" presStyleCnt="0"/>
      <dgm:spPr/>
    </dgm:pt>
    <dgm:pt modelId="{1C21A926-489E-4954-956A-E7CF96886556}" type="pres">
      <dgm:prSet presAssocID="{F8BA38CF-4CF4-4E9B-8409-0E46F9920158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A65BE4AA-1AB5-4869-8FD8-7A7D9BC51CEF}" type="pres">
      <dgm:prSet presAssocID="{F8BA38CF-4CF4-4E9B-8409-0E46F9920158}" presName="descendantText" presStyleLbl="alignAccFollowNode1" presStyleIdx="0" presStyleCnt="3">
        <dgm:presLayoutVars>
          <dgm:bulletEnabled val="1"/>
        </dgm:presLayoutVars>
      </dgm:prSet>
      <dgm:spPr/>
    </dgm:pt>
    <dgm:pt modelId="{8F846A5B-6D4A-4B8B-9D85-92998373EE46}" type="pres">
      <dgm:prSet presAssocID="{1A55BFC8-5C37-4BD0-9426-BC6ADC2969AE}" presName="sp" presStyleCnt="0"/>
      <dgm:spPr/>
    </dgm:pt>
    <dgm:pt modelId="{C780ABAD-692B-4E96-B3D2-BC037D593205}" type="pres">
      <dgm:prSet presAssocID="{B1CF23DB-7409-4615-8C53-C1F4569D25CA}" presName="linNode" presStyleCnt="0"/>
      <dgm:spPr/>
    </dgm:pt>
    <dgm:pt modelId="{6ACEBEBC-AAC7-4D6C-8C2F-EC4DFFBB4007}" type="pres">
      <dgm:prSet presAssocID="{B1CF23DB-7409-4615-8C53-C1F4569D25C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44D89255-9BAC-4937-AD77-9E526728D4BC}" type="pres">
      <dgm:prSet presAssocID="{B1CF23DB-7409-4615-8C53-C1F4569D25CA}" presName="descendantText" presStyleLbl="alignAccFollowNode1" presStyleIdx="1" presStyleCnt="3">
        <dgm:presLayoutVars>
          <dgm:bulletEnabled val="1"/>
        </dgm:presLayoutVars>
      </dgm:prSet>
      <dgm:spPr/>
    </dgm:pt>
    <dgm:pt modelId="{F6B2965B-8A56-4307-A6B0-76BD608802EB}" type="pres">
      <dgm:prSet presAssocID="{E7D2BCB6-D23B-43F6-8447-3A8ED0E8814D}" presName="sp" presStyleCnt="0"/>
      <dgm:spPr/>
    </dgm:pt>
    <dgm:pt modelId="{8DF04D72-B06E-4775-A764-40DE7B2BDDCC}" type="pres">
      <dgm:prSet presAssocID="{8CB02E8C-B755-4707-8ADB-4596B47BB5EE}" presName="linNode" presStyleCnt="0"/>
      <dgm:spPr/>
    </dgm:pt>
    <dgm:pt modelId="{E498578C-0A38-443F-B03A-6D1BE5BEE7C2}" type="pres">
      <dgm:prSet presAssocID="{8CB02E8C-B755-4707-8ADB-4596B47BB5E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FBA97AF-A1CC-4935-8F8C-121A6D6E4766}" type="pres">
      <dgm:prSet presAssocID="{8CB02E8C-B755-4707-8ADB-4596B47BB5E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2D9BB600-53E0-4D3D-A5B0-BDB7D4020CE5}" type="presOf" srcId="{6329E162-D7BC-40BE-8377-7BCDF8865549}" destId="{44D89255-9BAC-4937-AD77-9E526728D4BC}" srcOrd="0" destOrd="2" presId="urn:microsoft.com/office/officeart/2005/8/layout/vList5"/>
    <dgm:cxn modelId="{43BF2D09-B5C6-43DA-B306-CF26392E019F}" srcId="{8CB02E8C-B755-4707-8ADB-4596B47BB5EE}" destId="{521DBF08-C407-486E-A58F-6C0D4E5D40A1}" srcOrd="1" destOrd="0" parTransId="{8A1D2BD5-F5D6-4ED4-B132-652037C1DF56}" sibTransId="{1BB3DDBA-3A26-44AD-8B74-9A69E5BCCF9F}"/>
    <dgm:cxn modelId="{EAD19D0A-0FF4-49A3-A89F-22ADDC9D559D}" type="presOf" srcId="{07FB34A9-F989-4A31-A4CC-F0888A58E61B}" destId="{A65BE4AA-1AB5-4869-8FD8-7A7D9BC51CEF}" srcOrd="0" destOrd="0" presId="urn:microsoft.com/office/officeart/2005/8/layout/vList5"/>
    <dgm:cxn modelId="{2DF43A16-F3BF-4E40-BD71-35D435198695}" srcId="{9AB89C15-3DA6-4802-98EF-1091C2B6E670}" destId="{B1CF23DB-7409-4615-8C53-C1F4569D25CA}" srcOrd="1" destOrd="0" parTransId="{C316FBAC-3EB9-413C-B424-871E54277AD8}" sibTransId="{E7D2BCB6-D23B-43F6-8447-3A8ED0E8814D}"/>
    <dgm:cxn modelId="{99C52B1C-B35F-41F3-BF22-6C4750BCD494}" srcId="{B1CF23DB-7409-4615-8C53-C1F4569D25CA}" destId="{62E1AC68-C917-439B-BCBB-FABBE832DA8A}" srcOrd="1" destOrd="0" parTransId="{A6855BB3-8C86-4CAD-8496-9106AC1C6F23}" sibTransId="{A31E5EFD-563E-4F02-B742-23A82143D4D6}"/>
    <dgm:cxn modelId="{1A68BC3D-89F1-412C-90AF-15DB3C94EAED}" srcId="{F8BA38CF-4CF4-4E9B-8409-0E46F9920158}" destId="{07FB34A9-F989-4A31-A4CC-F0888A58E61B}" srcOrd="0" destOrd="0" parTransId="{FA363826-3168-4FA9-BC5E-3C2373838A6B}" sibTransId="{F049C0CB-EE7A-4EF9-9F60-4142933B6C61}"/>
    <dgm:cxn modelId="{B8B2275D-5488-4E27-800C-32EACD8AF170}" type="presOf" srcId="{B1CF23DB-7409-4615-8C53-C1F4569D25CA}" destId="{6ACEBEBC-AAC7-4D6C-8C2F-EC4DFFBB4007}" srcOrd="0" destOrd="0" presId="urn:microsoft.com/office/officeart/2005/8/layout/vList5"/>
    <dgm:cxn modelId="{34B85663-9453-4802-88E5-A864101BAC6D}" type="presOf" srcId="{AF6CA35D-4753-483F-A262-B05D7AA469A2}" destId="{9FBA97AF-A1CC-4935-8F8C-121A6D6E4766}" srcOrd="0" destOrd="2" presId="urn:microsoft.com/office/officeart/2005/8/layout/vList5"/>
    <dgm:cxn modelId="{FE01D772-ACA9-45DE-990D-A203F1C011FF}" srcId="{8CB02E8C-B755-4707-8ADB-4596B47BB5EE}" destId="{0BEC9D12-11D8-4768-BE79-E1EFD14928D6}" srcOrd="0" destOrd="0" parTransId="{5B9E5FA9-8946-4BD7-85BB-003F418F381F}" sibTransId="{6C2FB5EC-F1EB-4D89-9C65-3105A9ECC80D}"/>
    <dgm:cxn modelId="{1DCCC457-2334-4A91-A162-1406F0BCF4D6}" srcId="{B1CF23DB-7409-4615-8C53-C1F4569D25CA}" destId="{CBA8BB1A-A9A0-4CAA-8C3F-AF39D4396040}" srcOrd="0" destOrd="0" parTransId="{6082B9A8-A5D5-4C79-A690-5ED933E78FFC}" sibTransId="{104B0733-3FC8-442A-B1BD-240D1F89D489}"/>
    <dgm:cxn modelId="{FE12155A-FF28-4E15-8090-44EAFC548D69}" type="presOf" srcId="{8CB02E8C-B755-4707-8ADB-4596B47BB5EE}" destId="{E498578C-0A38-443F-B03A-6D1BE5BEE7C2}" srcOrd="0" destOrd="0" presId="urn:microsoft.com/office/officeart/2005/8/layout/vList5"/>
    <dgm:cxn modelId="{5FE4AE7A-BD27-4307-B686-5BD304DB942C}" srcId="{07FB34A9-F989-4A31-A4CC-F0888A58E61B}" destId="{B9D1A639-BA06-4B8E-A975-ADFBFB62A2A5}" srcOrd="0" destOrd="0" parTransId="{CD737FBA-64CC-4B23-B067-D88431E7F26C}" sibTransId="{1D2DF6EB-7795-476A-A7E3-371B6411392D}"/>
    <dgm:cxn modelId="{214DEF84-DE4B-457E-824C-585E7269ADF5}" type="presOf" srcId="{F8BA38CF-4CF4-4E9B-8409-0E46F9920158}" destId="{1C21A926-489E-4954-956A-E7CF96886556}" srcOrd="0" destOrd="0" presId="urn:microsoft.com/office/officeart/2005/8/layout/vList5"/>
    <dgm:cxn modelId="{E284899C-8C4A-4745-834A-D4A03E003BC6}" type="presOf" srcId="{B9D1A639-BA06-4B8E-A975-ADFBFB62A2A5}" destId="{A65BE4AA-1AB5-4869-8FD8-7A7D9BC51CEF}" srcOrd="0" destOrd="1" presId="urn:microsoft.com/office/officeart/2005/8/layout/vList5"/>
    <dgm:cxn modelId="{55C5019D-C665-466D-95C0-56B9657A2134}" type="presOf" srcId="{62E1AC68-C917-439B-BCBB-FABBE832DA8A}" destId="{44D89255-9BAC-4937-AD77-9E526728D4BC}" srcOrd="0" destOrd="1" presId="urn:microsoft.com/office/officeart/2005/8/layout/vList5"/>
    <dgm:cxn modelId="{49D714AB-420F-4F8B-B8E7-263A9CB22F62}" srcId="{8CB02E8C-B755-4707-8ADB-4596B47BB5EE}" destId="{AF6CA35D-4753-483F-A262-B05D7AA469A2}" srcOrd="2" destOrd="0" parTransId="{EFF4667F-858F-426C-A74B-A0C6009ED06A}" sibTransId="{904E4553-506A-49D9-AECB-D19864196B7E}"/>
    <dgm:cxn modelId="{D93E92B1-8C00-47F9-A3C4-542CE69FCC76}" srcId="{9AB89C15-3DA6-4802-98EF-1091C2B6E670}" destId="{8CB02E8C-B755-4707-8ADB-4596B47BB5EE}" srcOrd="2" destOrd="0" parTransId="{6A24C887-C4A1-4968-AE73-27FB7C4B355D}" sibTransId="{A4EE5376-1326-4F40-9681-60CA01C311DD}"/>
    <dgm:cxn modelId="{5EFB44CE-7B7E-4648-9727-3DF4DB8A29F3}" type="presOf" srcId="{CBA8BB1A-A9A0-4CAA-8C3F-AF39D4396040}" destId="{44D89255-9BAC-4937-AD77-9E526728D4BC}" srcOrd="0" destOrd="0" presId="urn:microsoft.com/office/officeart/2005/8/layout/vList5"/>
    <dgm:cxn modelId="{106617D0-5D85-4219-A646-39A8F637E258}" srcId="{9AB89C15-3DA6-4802-98EF-1091C2B6E670}" destId="{F8BA38CF-4CF4-4E9B-8409-0E46F9920158}" srcOrd="0" destOrd="0" parTransId="{3F4108B6-5386-49D1-81A6-E1CAA017B241}" sibTransId="{1A55BFC8-5C37-4BD0-9426-BC6ADC2969AE}"/>
    <dgm:cxn modelId="{A5B109F2-698F-4FBB-92FC-81E651426D1C}" type="presOf" srcId="{9AB89C15-3DA6-4802-98EF-1091C2B6E670}" destId="{D7C2A112-EC39-4F0C-B4EC-4CB37157A480}" srcOrd="0" destOrd="0" presId="urn:microsoft.com/office/officeart/2005/8/layout/vList5"/>
    <dgm:cxn modelId="{6C1EE7F3-6565-40F9-BA06-161617AF58D5}" type="presOf" srcId="{E4F7DBED-83E5-4059-8410-B7097B36B2D6}" destId="{44D89255-9BAC-4937-AD77-9E526728D4BC}" srcOrd="0" destOrd="3" presId="urn:microsoft.com/office/officeart/2005/8/layout/vList5"/>
    <dgm:cxn modelId="{D34C73F5-9718-4CD9-99FA-0A138F59A91C}" srcId="{B1CF23DB-7409-4615-8C53-C1F4569D25CA}" destId="{E4F7DBED-83E5-4059-8410-B7097B36B2D6}" srcOrd="3" destOrd="0" parTransId="{7EAF10CF-8A5C-4E5F-8CA7-94CD8F74CD36}" sibTransId="{DA354D7D-D7CD-4FE5-8543-31992B62082F}"/>
    <dgm:cxn modelId="{5E75A2F9-4214-449C-AAA6-E9C407FB3C51}" type="presOf" srcId="{0BEC9D12-11D8-4768-BE79-E1EFD14928D6}" destId="{9FBA97AF-A1CC-4935-8F8C-121A6D6E4766}" srcOrd="0" destOrd="0" presId="urn:microsoft.com/office/officeart/2005/8/layout/vList5"/>
    <dgm:cxn modelId="{1A7C27FC-690A-44C4-B7E0-D8D58BD5AE0A}" srcId="{B1CF23DB-7409-4615-8C53-C1F4569D25CA}" destId="{6329E162-D7BC-40BE-8377-7BCDF8865549}" srcOrd="2" destOrd="0" parTransId="{6561F035-6697-4190-AFA6-07CB41E0BC8B}" sibTransId="{6F849426-EAA8-43A5-A2EA-3144EA32F599}"/>
    <dgm:cxn modelId="{2FFB01FF-4E28-4D93-96EE-B78FDE19DAC1}" type="presOf" srcId="{521DBF08-C407-486E-A58F-6C0D4E5D40A1}" destId="{9FBA97AF-A1CC-4935-8F8C-121A6D6E4766}" srcOrd="0" destOrd="1" presId="urn:microsoft.com/office/officeart/2005/8/layout/vList5"/>
    <dgm:cxn modelId="{770BF65E-8C05-4E6F-AAE0-9739D625F7A3}" type="presParOf" srcId="{D7C2A112-EC39-4F0C-B4EC-4CB37157A480}" destId="{1459303C-4DDC-4531-B2B7-A248E24D9FD7}" srcOrd="0" destOrd="0" presId="urn:microsoft.com/office/officeart/2005/8/layout/vList5"/>
    <dgm:cxn modelId="{52A793C6-6684-4D18-90EF-A6FE3DD67523}" type="presParOf" srcId="{1459303C-4DDC-4531-B2B7-A248E24D9FD7}" destId="{1C21A926-489E-4954-956A-E7CF96886556}" srcOrd="0" destOrd="0" presId="urn:microsoft.com/office/officeart/2005/8/layout/vList5"/>
    <dgm:cxn modelId="{3361FE18-50C6-44EC-9FEC-465BAF255BCE}" type="presParOf" srcId="{1459303C-4DDC-4531-B2B7-A248E24D9FD7}" destId="{A65BE4AA-1AB5-4869-8FD8-7A7D9BC51CEF}" srcOrd="1" destOrd="0" presId="urn:microsoft.com/office/officeart/2005/8/layout/vList5"/>
    <dgm:cxn modelId="{2161470C-F6CC-4807-A95F-427C05E372BA}" type="presParOf" srcId="{D7C2A112-EC39-4F0C-B4EC-4CB37157A480}" destId="{8F846A5B-6D4A-4B8B-9D85-92998373EE46}" srcOrd="1" destOrd="0" presId="urn:microsoft.com/office/officeart/2005/8/layout/vList5"/>
    <dgm:cxn modelId="{84F0B0DC-4550-4BE7-AF1B-7A709A832870}" type="presParOf" srcId="{D7C2A112-EC39-4F0C-B4EC-4CB37157A480}" destId="{C780ABAD-692B-4E96-B3D2-BC037D593205}" srcOrd="2" destOrd="0" presId="urn:microsoft.com/office/officeart/2005/8/layout/vList5"/>
    <dgm:cxn modelId="{205C9290-8C11-49C4-8966-D1BAA2BB8880}" type="presParOf" srcId="{C780ABAD-692B-4E96-B3D2-BC037D593205}" destId="{6ACEBEBC-AAC7-4D6C-8C2F-EC4DFFBB4007}" srcOrd="0" destOrd="0" presId="urn:microsoft.com/office/officeart/2005/8/layout/vList5"/>
    <dgm:cxn modelId="{A6A71AB9-2711-4871-9954-D37A53BD5E95}" type="presParOf" srcId="{C780ABAD-692B-4E96-B3D2-BC037D593205}" destId="{44D89255-9BAC-4937-AD77-9E526728D4BC}" srcOrd="1" destOrd="0" presId="urn:microsoft.com/office/officeart/2005/8/layout/vList5"/>
    <dgm:cxn modelId="{006DD04E-D1D3-45AC-B6EB-73281CC3B921}" type="presParOf" srcId="{D7C2A112-EC39-4F0C-B4EC-4CB37157A480}" destId="{F6B2965B-8A56-4307-A6B0-76BD608802EB}" srcOrd="3" destOrd="0" presId="urn:microsoft.com/office/officeart/2005/8/layout/vList5"/>
    <dgm:cxn modelId="{9752953F-48E0-423B-A167-2434E6C48327}" type="presParOf" srcId="{D7C2A112-EC39-4F0C-B4EC-4CB37157A480}" destId="{8DF04D72-B06E-4775-A764-40DE7B2BDDCC}" srcOrd="4" destOrd="0" presId="urn:microsoft.com/office/officeart/2005/8/layout/vList5"/>
    <dgm:cxn modelId="{5D2F2FF0-9F08-4AF7-83E6-62E123BD3A54}" type="presParOf" srcId="{8DF04D72-B06E-4775-A764-40DE7B2BDDCC}" destId="{E498578C-0A38-443F-B03A-6D1BE5BEE7C2}" srcOrd="0" destOrd="0" presId="urn:microsoft.com/office/officeart/2005/8/layout/vList5"/>
    <dgm:cxn modelId="{CD05B425-227F-4E57-A2A8-D443F785BEC7}" type="presParOf" srcId="{8DF04D72-B06E-4775-A764-40DE7B2BDDCC}" destId="{9FBA97AF-A1CC-4935-8F8C-121A6D6E476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DDFC66-5BEA-4668-BF9B-365EC5288EA2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223695-A2D5-4521-871C-210F91661F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err="1"/>
            <a:t>Defence</a:t>
          </a:r>
          <a:r>
            <a:rPr lang="en-US"/>
            <a:t> in Depth (DID)</a:t>
          </a:r>
        </a:p>
      </dgm:t>
    </dgm:pt>
    <dgm:pt modelId="{EF7AE925-6820-42A3-921B-9847EFDE537F}" type="parTrans" cxnId="{AF030D01-ABD4-4D46-B825-B59BF83B0535}">
      <dgm:prSet/>
      <dgm:spPr/>
      <dgm:t>
        <a:bodyPr/>
        <a:lstStyle/>
        <a:p>
          <a:endParaRPr lang="en-US"/>
        </a:p>
      </dgm:t>
    </dgm:pt>
    <dgm:pt modelId="{2EFEF74D-79FA-4CB8-8B0F-4A9299633875}" type="sibTrans" cxnId="{AF030D01-ABD4-4D46-B825-B59BF83B0535}">
      <dgm:prSet/>
      <dgm:spPr/>
      <dgm:t>
        <a:bodyPr/>
        <a:lstStyle/>
        <a:p>
          <a:endParaRPr lang="en-US"/>
        </a:p>
      </dgm:t>
    </dgm:pt>
    <dgm:pt modelId="{14706ED3-2249-45B3-AF23-B200A45D27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Principles of lease privilege (POLP)</a:t>
          </a:r>
        </a:p>
      </dgm:t>
    </dgm:pt>
    <dgm:pt modelId="{C67EE847-2BAA-4450-BCA9-E4455BEB57B7}" type="parTrans" cxnId="{CAF1FA0E-BBEF-4C7F-BD0C-D6B697DA121D}">
      <dgm:prSet/>
      <dgm:spPr/>
      <dgm:t>
        <a:bodyPr/>
        <a:lstStyle/>
        <a:p>
          <a:endParaRPr lang="en-US"/>
        </a:p>
      </dgm:t>
    </dgm:pt>
    <dgm:pt modelId="{1FF5C3D8-7323-4826-9E06-069D0B09E4DB}" type="sibTrans" cxnId="{CAF1FA0E-BBEF-4C7F-BD0C-D6B697DA121D}">
      <dgm:prSet/>
      <dgm:spPr/>
      <dgm:t>
        <a:bodyPr/>
        <a:lstStyle/>
        <a:p>
          <a:endParaRPr lang="en-US"/>
        </a:p>
      </dgm:t>
    </dgm:pt>
    <dgm:pt modelId="{4458BCB5-D7BC-4085-AD45-551ED3071C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Zero Trust Security</a:t>
          </a:r>
        </a:p>
      </dgm:t>
    </dgm:pt>
    <dgm:pt modelId="{0911A2FE-7ED5-437C-B514-7F8FFB936130}" type="parTrans" cxnId="{66D116E3-FB96-4C1D-8E72-DD9AC925B93F}">
      <dgm:prSet/>
      <dgm:spPr/>
      <dgm:t>
        <a:bodyPr/>
        <a:lstStyle/>
        <a:p>
          <a:endParaRPr lang="en-US"/>
        </a:p>
      </dgm:t>
    </dgm:pt>
    <dgm:pt modelId="{589AA177-48EB-4F87-961D-7AD98625C864}" type="sibTrans" cxnId="{66D116E3-FB96-4C1D-8E72-DD9AC925B93F}">
      <dgm:prSet/>
      <dgm:spPr/>
      <dgm:t>
        <a:bodyPr/>
        <a:lstStyle/>
        <a:p>
          <a:endParaRPr lang="en-US"/>
        </a:p>
      </dgm:t>
    </dgm:pt>
    <dgm:pt modelId="{BB64289D-3976-456A-9806-C2A328F69E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Access Controls</a:t>
          </a:r>
        </a:p>
      </dgm:t>
    </dgm:pt>
    <dgm:pt modelId="{8F128E38-827C-4B1F-9BF2-43AEDF6826A8}" type="parTrans" cxnId="{B7DAB1B7-5AF0-4C22-ABBE-3F86B06B1E59}">
      <dgm:prSet/>
      <dgm:spPr/>
      <dgm:t>
        <a:bodyPr/>
        <a:lstStyle/>
        <a:p>
          <a:endParaRPr lang="en-US"/>
        </a:p>
      </dgm:t>
    </dgm:pt>
    <dgm:pt modelId="{FA1A8097-92DB-4F0B-A90A-B602C63C911E}" type="sibTrans" cxnId="{B7DAB1B7-5AF0-4C22-ABBE-3F86B06B1E59}">
      <dgm:prSet/>
      <dgm:spPr/>
      <dgm:t>
        <a:bodyPr/>
        <a:lstStyle/>
        <a:p>
          <a:endParaRPr lang="en-US"/>
        </a:p>
      </dgm:t>
    </dgm:pt>
    <dgm:pt modelId="{E5026ABB-425E-4EDA-BB66-D69E55365737}" type="pres">
      <dgm:prSet presAssocID="{C5DDFC66-5BEA-4668-BF9B-365EC5288EA2}" presName="root" presStyleCnt="0">
        <dgm:presLayoutVars>
          <dgm:dir/>
          <dgm:resizeHandles val="exact"/>
        </dgm:presLayoutVars>
      </dgm:prSet>
      <dgm:spPr/>
    </dgm:pt>
    <dgm:pt modelId="{3C774B06-0B51-4662-ADA4-2D63B0F4A3B8}" type="pres">
      <dgm:prSet presAssocID="{D2223695-A2D5-4521-871C-210F91661F2E}" presName="compNode" presStyleCnt="0"/>
      <dgm:spPr/>
    </dgm:pt>
    <dgm:pt modelId="{081CCF21-1D86-4743-BE31-DE0A26CA6C97}" type="pres">
      <dgm:prSet presAssocID="{D2223695-A2D5-4521-871C-210F91661F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ell"/>
        </a:ext>
      </dgm:extLst>
    </dgm:pt>
    <dgm:pt modelId="{92D789EE-6B74-4C7B-937F-CCE8390CD556}" type="pres">
      <dgm:prSet presAssocID="{D2223695-A2D5-4521-871C-210F91661F2E}" presName="spaceRect" presStyleCnt="0"/>
      <dgm:spPr/>
    </dgm:pt>
    <dgm:pt modelId="{CC84AE86-5E70-4F8F-BD36-2AAFD7924417}" type="pres">
      <dgm:prSet presAssocID="{D2223695-A2D5-4521-871C-210F91661F2E}" presName="textRect" presStyleLbl="revTx" presStyleIdx="0" presStyleCnt="4">
        <dgm:presLayoutVars>
          <dgm:chMax val="1"/>
          <dgm:chPref val="1"/>
        </dgm:presLayoutVars>
      </dgm:prSet>
      <dgm:spPr/>
    </dgm:pt>
    <dgm:pt modelId="{FA47DC8D-8E1D-4E0A-A2FC-A35E1FA7CBB9}" type="pres">
      <dgm:prSet presAssocID="{2EFEF74D-79FA-4CB8-8B0F-4A9299633875}" presName="sibTrans" presStyleCnt="0"/>
      <dgm:spPr/>
    </dgm:pt>
    <dgm:pt modelId="{69E892C6-466E-46EF-8226-BBBAB82EDCAD}" type="pres">
      <dgm:prSet presAssocID="{14706ED3-2249-45B3-AF23-B200A45D275F}" presName="compNode" presStyleCnt="0"/>
      <dgm:spPr/>
    </dgm:pt>
    <dgm:pt modelId="{B6744E66-5868-4957-A70C-69B0F5C6DA74}" type="pres">
      <dgm:prSet presAssocID="{14706ED3-2249-45B3-AF23-B200A45D275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293511BE-F2F6-4444-BE99-2D0EA6B84FB8}" type="pres">
      <dgm:prSet presAssocID="{14706ED3-2249-45B3-AF23-B200A45D275F}" presName="spaceRect" presStyleCnt="0"/>
      <dgm:spPr/>
    </dgm:pt>
    <dgm:pt modelId="{EC759FB5-A4FC-4BC4-B53C-84E2454308D5}" type="pres">
      <dgm:prSet presAssocID="{14706ED3-2249-45B3-AF23-B200A45D275F}" presName="textRect" presStyleLbl="revTx" presStyleIdx="1" presStyleCnt="4">
        <dgm:presLayoutVars>
          <dgm:chMax val="1"/>
          <dgm:chPref val="1"/>
        </dgm:presLayoutVars>
      </dgm:prSet>
      <dgm:spPr/>
    </dgm:pt>
    <dgm:pt modelId="{ED717562-9836-4A4C-BF61-40D302608AA5}" type="pres">
      <dgm:prSet presAssocID="{1FF5C3D8-7323-4826-9E06-069D0B09E4DB}" presName="sibTrans" presStyleCnt="0"/>
      <dgm:spPr/>
    </dgm:pt>
    <dgm:pt modelId="{0D1C4BE2-76D8-4800-8ADC-4AB1571F60B4}" type="pres">
      <dgm:prSet presAssocID="{4458BCB5-D7BC-4085-AD45-551ED3071C70}" presName="compNode" presStyleCnt="0"/>
      <dgm:spPr/>
    </dgm:pt>
    <dgm:pt modelId="{D541E603-85DE-43BD-8428-5E13F0EE7B98}" type="pres">
      <dgm:prSet presAssocID="{4458BCB5-D7BC-4085-AD45-551ED3071C7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6C1B080-3624-4D0B-8DC3-105EE578DD6D}" type="pres">
      <dgm:prSet presAssocID="{4458BCB5-D7BC-4085-AD45-551ED3071C70}" presName="spaceRect" presStyleCnt="0"/>
      <dgm:spPr/>
    </dgm:pt>
    <dgm:pt modelId="{9C58CDF0-455C-498E-B1E1-58F0A124E162}" type="pres">
      <dgm:prSet presAssocID="{4458BCB5-D7BC-4085-AD45-551ED3071C70}" presName="textRect" presStyleLbl="revTx" presStyleIdx="2" presStyleCnt="4">
        <dgm:presLayoutVars>
          <dgm:chMax val="1"/>
          <dgm:chPref val="1"/>
        </dgm:presLayoutVars>
      </dgm:prSet>
      <dgm:spPr/>
    </dgm:pt>
    <dgm:pt modelId="{93071600-4138-4DBC-943D-337A0B482130}" type="pres">
      <dgm:prSet presAssocID="{589AA177-48EB-4F87-961D-7AD98625C864}" presName="sibTrans" presStyleCnt="0"/>
      <dgm:spPr/>
    </dgm:pt>
    <dgm:pt modelId="{6BD8DBDB-D7D6-47A1-87CE-058D6A882BAA}" type="pres">
      <dgm:prSet presAssocID="{BB64289D-3976-456A-9806-C2A328F69E2B}" presName="compNode" presStyleCnt="0"/>
      <dgm:spPr/>
    </dgm:pt>
    <dgm:pt modelId="{23897C45-F2DE-48CD-8142-3568A47254CA}" type="pres">
      <dgm:prSet presAssocID="{BB64289D-3976-456A-9806-C2A328F69E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D3BB840-5558-4D5F-BEE5-FDBD391545EE}" type="pres">
      <dgm:prSet presAssocID="{BB64289D-3976-456A-9806-C2A328F69E2B}" presName="spaceRect" presStyleCnt="0"/>
      <dgm:spPr/>
    </dgm:pt>
    <dgm:pt modelId="{601BA183-7193-4E4E-B66A-ACE8CD89B23C}" type="pres">
      <dgm:prSet presAssocID="{BB64289D-3976-456A-9806-C2A328F69E2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F030D01-ABD4-4D46-B825-B59BF83B0535}" srcId="{C5DDFC66-5BEA-4668-BF9B-365EC5288EA2}" destId="{D2223695-A2D5-4521-871C-210F91661F2E}" srcOrd="0" destOrd="0" parTransId="{EF7AE925-6820-42A3-921B-9847EFDE537F}" sibTransId="{2EFEF74D-79FA-4CB8-8B0F-4A9299633875}"/>
    <dgm:cxn modelId="{CAF1FA0E-BBEF-4C7F-BD0C-D6B697DA121D}" srcId="{C5DDFC66-5BEA-4668-BF9B-365EC5288EA2}" destId="{14706ED3-2249-45B3-AF23-B200A45D275F}" srcOrd="1" destOrd="0" parTransId="{C67EE847-2BAA-4450-BCA9-E4455BEB57B7}" sibTransId="{1FF5C3D8-7323-4826-9E06-069D0B09E4DB}"/>
    <dgm:cxn modelId="{5B3F4E21-6503-4F3B-99DA-86F5F10E2E18}" type="presOf" srcId="{4458BCB5-D7BC-4085-AD45-551ED3071C70}" destId="{9C58CDF0-455C-498E-B1E1-58F0A124E162}" srcOrd="0" destOrd="0" presId="urn:microsoft.com/office/officeart/2018/2/layout/IconLabelList"/>
    <dgm:cxn modelId="{BEDDE223-634B-4910-95DD-8C8A5B6D30B2}" type="presOf" srcId="{14706ED3-2249-45B3-AF23-B200A45D275F}" destId="{EC759FB5-A4FC-4BC4-B53C-84E2454308D5}" srcOrd="0" destOrd="0" presId="urn:microsoft.com/office/officeart/2018/2/layout/IconLabelList"/>
    <dgm:cxn modelId="{4576C049-7A15-4D20-949D-A2318D02B33C}" type="presOf" srcId="{D2223695-A2D5-4521-871C-210F91661F2E}" destId="{CC84AE86-5E70-4F8F-BD36-2AAFD7924417}" srcOrd="0" destOrd="0" presId="urn:microsoft.com/office/officeart/2018/2/layout/IconLabelList"/>
    <dgm:cxn modelId="{721AA654-7515-491E-979B-8BD59A3D987D}" type="presOf" srcId="{BB64289D-3976-456A-9806-C2A328F69E2B}" destId="{601BA183-7193-4E4E-B66A-ACE8CD89B23C}" srcOrd="0" destOrd="0" presId="urn:microsoft.com/office/officeart/2018/2/layout/IconLabelList"/>
    <dgm:cxn modelId="{B7DAB1B7-5AF0-4C22-ABBE-3F86B06B1E59}" srcId="{C5DDFC66-5BEA-4668-BF9B-365EC5288EA2}" destId="{BB64289D-3976-456A-9806-C2A328F69E2B}" srcOrd="3" destOrd="0" parTransId="{8F128E38-827C-4B1F-9BF2-43AEDF6826A8}" sibTransId="{FA1A8097-92DB-4F0B-A90A-B602C63C911E}"/>
    <dgm:cxn modelId="{66D116E3-FB96-4C1D-8E72-DD9AC925B93F}" srcId="{C5DDFC66-5BEA-4668-BF9B-365EC5288EA2}" destId="{4458BCB5-D7BC-4085-AD45-551ED3071C70}" srcOrd="2" destOrd="0" parTransId="{0911A2FE-7ED5-437C-B514-7F8FFB936130}" sibTransId="{589AA177-48EB-4F87-961D-7AD98625C864}"/>
    <dgm:cxn modelId="{7F4F03FB-090F-4EA8-B66C-4F585A8710C7}" type="presOf" srcId="{C5DDFC66-5BEA-4668-BF9B-365EC5288EA2}" destId="{E5026ABB-425E-4EDA-BB66-D69E55365737}" srcOrd="0" destOrd="0" presId="urn:microsoft.com/office/officeart/2018/2/layout/IconLabelList"/>
    <dgm:cxn modelId="{9A311273-BEAA-4003-AD00-AF574478D5BE}" type="presParOf" srcId="{E5026ABB-425E-4EDA-BB66-D69E55365737}" destId="{3C774B06-0B51-4662-ADA4-2D63B0F4A3B8}" srcOrd="0" destOrd="0" presId="urn:microsoft.com/office/officeart/2018/2/layout/IconLabelList"/>
    <dgm:cxn modelId="{966CB98C-8DA2-4616-B441-01BF468EFFCB}" type="presParOf" srcId="{3C774B06-0B51-4662-ADA4-2D63B0F4A3B8}" destId="{081CCF21-1D86-4743-BE31-DE0A26CA6C97}" srcOrd="0" destOrd="0" presId="urn:microsoft.com/office/officeart/2018/2/layout/IconLabelList"/>
    <dgm:cxn modelId="{293B5C60-6444-4389-905A-081A2F60E1C1}" type="presParOf" srcId="{3C774B06-0B51-4662-ADA4-2D63B0F4A3B8}" destId="{92D789EE-6B74-4C7B-937F-CCE8390CD556}" srcOrd="1" destOrd="0" presId="urn:microsoft.com/office/officeart/2018/2/layout/IconLabelList"/>
    <dgm:cxn modelId="{AC8608BC-38E1-4C3F-95B3-D2C6B2299E61}" type="presParOf" srcId="{3C774B06-0B51-4662-ADA4-2D63B0F4A3B8}" destId="{CC84AE86-5E70-4F8F-BD36-2AAFD7924417}" srcOrd="2" destOrd="0" presId="urn:microsoft.com/office/officeart/2018/2/layout/IconLabelList"/>
    <dgm:cxn modelId="{E0AB9D52-3E5D-473C-B33A-C5D150C5DA16}" type="presParOf" srcId="{E5026ABB-425E-4EDA-BB66-D69E55365737}" destId="{FA47DC8D-8E1D-4E0A-A2FC-A35E1FA7CBB9}" srcOrd="1" destOrd="0" presId="urn:microsoft.com/office/officeart/2018/2/layout/IconLabelList"/>
    <dgm:cxn modelId="{514B3692-88C7-4362-90C3-E13D2CDA5972}" type="presParOf" srcId="{E5026ABB-425E-4EDA-BB66-D69E55365737}" destId="{69E892C6-466E-46EF-8226-BBBAB82EDCAD}" srcOrd="2" destOrd="0" presId="urn:microsoft.com/office/officeart/2018/2/layout/IconLabelList"/>
    <dgm:cxn modelId="{DA3D9172-1273-4B58-BD7E-B587B974A240}" type="presParOf" srcId="{69E892C6-466E-46EF-8226-BBBAB82EDCAD}" destId="{B6744E66-5868-4957-A70C-69B0F5C6DA74}" srcOrd="0" destOrd="0" presId="urn:microsoft.com/office/officeart/2018/2/layout/IconLabelList"/>
    <dgm:cxn modelId="{F0877D2A-74B0-4B47-9A4A-72CE51B3A72D}" type="presParOf" srcId="{69E892C6-466E-46EF-8226-BBBAB82EDCAD}" destId="{293511BE-F2F6-4444-BE99-2D0EA6B84FB8}" srcOrd="1" destOrd="0" presId="urn:microsoft.com/office/officeart/2018/2/layout/IconLabelList"/>
    <dgm:cxn modelId="{401042BB-4E90-4F75-BA27-D34F8491EBD4}" type="presParOf" srcId="{69E892C6-466E-46EF-8226-BBBAB82EDCAD}" destId="{EC759FB5-A4FC-4BC4-B53C-84E2454308D5}" srcOrd="2" destOrd="0" presId="urn:microsoft.com/office/officeart/2018/2/layout/IconLabelList"/>
    <dgm:cxn modelId="{F28A0C1E-5679-4783-8972-B4AD7459D013}" type="presParOf" srcId="{E5026ABB-425E-4EDA-BB66-D69E55365737}" destId="{ED717562-9836-4A4C-BF61-40D302608AA5}" srcOrd="3" destOrd="0" presId="urn:microsoft.com/office/officeart/2018/2/layout/IconLabelList"/>
    <dgm:cxn modelId="{97CE4078-4055-486F-ABDD-107D41630166}" type="presParOf" srcId="{E5026ABB-425E-4EDA-BB66-D69E55365737}" destId="{0D1C4BE2-76D8-4800-8ADC-4AB1571F60B4}" srcOrd="4" destOrd="0" presId="urn:microsoft.com/office/officeart/2018/2/layout/IconLabelList"/>
    <dgm:cxn modelId="{1FD83413-3839-423A-960A-6CA20FEE6E96}" type="presParOf" srcId="{0D1C4BE2-76D8-4800-8ADC-4AB1571F60B4}" destId="{D541E603-85DE-43BD-8428-5E13F0EE7B98}" srcOrd="0" destOrd="0" presId="urn:microsoft.com/office/officeart/2018/2/layout/IconLabelList"/>
    <dgm:cxn modelId="{1C032325-4066-4D65-87D3-996911FD14A2}" type="presParOf" srcId="{0D1C4BE2-76D8-4800-8ADC-4AB1571F60B4}" destId="{D6C1B080-3624-4D0B-8DC3-105EE578DD6D}" srcOrd="1" destOrd="0" presId="urn:microsoft.com/office/officeart/2018/2/layout/IconLabelList"/>
    <dgm:cxn modelId="{073E9875-8E2F-4A5C-B9C9-A834F1EE19E8}" type="presParOf" srcId="{0D1C4BE2-76D8-4800-8ADC-4AB1571F60B4}" destId="{9C58CDF0-455C-498E-B1E1-58F0A124E162}" srcOrd="2" destOrd="0" presId="urn:microsoft.com/office/officeart/2018/2/layout/IconLabelList"/>
    <dgm:cxn modelId="{519A8F65-19F3-4DF5-A033-F6C80277A9A3}" type="presParOf" srcId="{E5026ABB-425E-4EDA-BB66-D69E55365737}" destId="{93071600-4138-4DBC-943D-337A0B482130}" srcOrd="5" destOrd="0" presId="urn:microsoft.com/office/officeart/2018/2/layout/IconLabelList"/>
    <dgm:cxn modelId="{ABF6C71B-2B61-4757-807B-9DACA0D1FA09}" type="presParOf" srcId="{E5026ABB-425E-4EDA-BB66-D69E55365737}" destId="{6BD8DBDB-D7D6-47A1-87CE-058D6A882BAA}" srcOrd="6" destOrd="0" presId="urn:microsoft.com/office/officeart/2018/2/layout/IconLabelList"/>
    <dgm:cxn modelId="{B8D3F8D2-A510-4769-843C-034C9DCBE71D}" type="presParOf" srcId="{6BD8DBDB-D7D6-47A1-87CE-058D6A882BAA}" destId="{23897C45-F2DE-48CD-8142-3568A47254CA}" srcOrd="0" destOrd="0" presId="urn:microsoft.com/office/officeart/2018/2/layout/IconLabelList"/>
    <dgm:cxn modelId="{510F3C1D-3236-4A25-9D0D-5FC0D3803C6B}" type="presParOf" srcId="{6BD8DBDB-D7D6-47A1-87CE-058D6A882BAA}" destId="{FD3BB840-5558-4D5F-BEE5-FDBD391545EE}" srcOrd="1" destOrd="0" presId="urn:microsoft.com/office/officeart/2018/2/layout/IconLabelList"/>
    <dgm:cxn modelId="{69C7BE4C-A922-42C3-A137-330CB5CA68A7}" type="presParOf" srcId="{6BD8DBDB-D7D6-47A1-87CE-058D6A882BAA}" destId="{601BA183-7193-4E4E-B66A-ACE8CD89B23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72D7395-E5DA-483E-BAA3-F29B128A6C1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5A77FE-6D16-47E3-891F-88A888B1E069}">
      <dgm:prSet/>
      <dgm:spPr/>
      <dgm:t>
        <a:bodyPr/>
        <a:lstStyle/>
        <a:p>
          <a:r>
            <a:rPr lang="en-US"/>
            <a:t>Reduces business risks</a:t>
          </a:r>
        </a:p>
      </dgm:t>
    </dgm:pt>
    <dgm:pt modelId="{C7D86D12-5449-465E-817F-BF01CC0A0AAE}" type="parTrans" cxnId="{01928DCA-E3B7-4D10-B16D-510311ED11AE}">
      <dgm:prSet/>
      <dgm:spPr/>
      <dgm:t>
        <a:bodyPr/>
        <a:lstStyle/>
        <a:p>
          <a:endParaRPr lang="en-US"/>
        </a:p>
      </dgm:t>
    </dgm:pt>
    <dgm:pt modelId="{43A4A6E1-8BCA-4A89-810F-19D7ECCCC03A}" type="sibTrans" cxnId="{01928DCA-E3B7-4D10-B16D-510311ED11AE}">
      <dgm:prSet/>
      <dgm:spPr/>
      <dgm:t>
        <a:bodyPr/>
        <a:lstStyle/>
        <a:p>
          <a:endParaRPr lang="en-US"/>
        </a:p>
      </dgm:t>
    </dgm:pt>
    <dgm:pt modelId="{2B8B31D2-A2D5-4D74-B365-6739954438A7}">
      <dgm:prSet/>
      <dgm:spPr/>
      <dgm:t>
        <a:bodyPr/>
        <a:lstStyle/>
        <a:p>
          <a:r>
            <a:rPr lang="en-US"/>
            <a:t>Reduces system disruptions</a:t>
          </a:r>
        </a:p>
      </dgm:t>
    </dgm:pt>
    <dgm:pt modelId="{F66C24F6-03BF-4B5D-B6B3-DE77815F0EDF}" type="parTrans" cxnId="{0BC2620E-4A0B-48BB-A2F4-B5C993CCFEF1}">
      <dgm:prSet/>
      <dgm:spPr/>
      <dgm:t>
        <a:bodyPr/>
        <a:lstStyle/>
        <a:p>
          <a:endParaRPr lang="en-US"/>
        </a:p>
      </dgm:t>
    </dgm:pt>
    <dgm:pt modelId="{15E11C16-E893-48BF-8E45-5337F097B2DA}" type="sibTrans" cxnId="{0BC2620E-4A0B-48BB-A2F4-B5C993CCFEF1}">
      <dgm:prSet/>
      <dgm:spPr/>
      <dgm:t>
        <a:bodyPr/>
        <a:lstStyle/>
        <a:p>
          <a:endParaRPr lang="en-US"/>
        </a:p>
      </dgm:t>
    </dgm:pt>
    <dgm:pt modelId="{6768FA2C-CD26-4A89-BF29-0202568D92C9}">
      <dgm:prSet/>
      <dgm:spPr/>
      <dgm:t>
        <a:bodyPr/>
        <a:lstStyle/>
        <a:p>
          <a:r>
            <a:rPr lang="en-US"/>
            <a:t>Reduces loss of data</a:t>
          </a:r>
        </a:p>
      </dgm:t>
    </dgm:pt>
    <dgm:pt modelId="{21CE2B29-1A46-465A-8EA6-31A0D91837A6}" type="parTrans" cxnId="{552405DE-E8DB-4EC5-8360-2FEC0F842D14}">
      <dgm:prSet/>
      <dgm:spPr/>
      <dgm:t>
        <a:bodyPr/>
        <a:lstStyle/>
        <a:p>
          <a:endParaRPr lang="en-US"/>
        </a:p>
      </dgm:t>
    </dgm:pt>
    <dgm:pt modelId="{88C779AF-3DCE-40DE-816D-394598DFAE8F}" type="sibTrans" cxnId="{552405DE-E8DB-4EC5-8360-2FEC0F842D14}">
      <dgm:prSet/>
      <dgm:spPr/>
      <dgm:t>
        <a:bodyPr/>
        <a:lstStyle/>
        <a:p>
          <a:endParaRPr lang="en-US"/>
        </a:p>
      </dgm:t>
    </dgm:pt>
    <dgm:pt modelId="{B7ED9FE6-7887-4ECD-81AE-13BC87581649}">
      <dgm:prSet/>
      <dgm:spPr/>
      <dgm:t>
        <a:bodyPr/>
        <a:lstStyle/>
        <a:p>
          <a:r>
            <a:rPr lang="en-US"/>
            <a:t>Stop  financial loss.</a:t>
          </a:r>
        </a:p>
      </dgm:t>
    </dgm:pt>
    <dgm:pt modelId="{74B8AB6E-9ECD-467A-93FE-ABA855464133}" type="parTrans" cxnId="{47923A40-64C4-49FC-9E43-094695F0AD2E}">
      <dgm:prSet/>
      <dgm:spPr/>
      <dgm:t>
        <a:bodyPr/>
        <a:lstStyle/>
        <a:p>
          <a:endParaRPr lang="en-US"/>
        </a:p>
      </dgm:t>
    </dgm:pt>
    <dgm:pt modelId="{E3FD7170-DC94-4FA9-8AF0-A828AC5B3C92}" type="sibTrans" cxnId="{47923A40-64C4-49FC-9E43-094695F0AD2E}">
      <dgm:prSet/>
      <dgm:spPr/>
      <dgm:t>
        <a:bodyPr/>
        <a:lstStyle/>
        <a:p>
          <a:endParaRPr lang="en-US"/>
        </a:p>
      </dgm:t>
    </dgm:pt>
    <dgm:pt modelId="{9865A3C7-6931-41F9-8981-26CC80DD92F7}">
      <dgm:prSet/>
      <dgm:spPr/>
      <dgm:t>
        <a:bodyPr/>
        <a:lstStyle/>
        <a:p>
          <a:r>
            <a:rPr lang="en-US"/>
            <a:t>Reduce harm to customers if a breach occurs.</a:t>
          </a:r>
        </a:p>
      </dgm:t>
    </dgm:pt>
    <dgm:pt modelId="{D7B84888-2CAD-48F4-A11E-52C1719B29D7}" type="parTrans" cxnId="{79028F3F-D881-4EEA-B9E0-A8696AC74A40}">
      <dgm:prSet/>
      <dgm:spPr/>
      <dgm:t>
        <a:bodyPr/>
        <a:lstStyle/>
        <a:p>
          <a:endParaRPr lang="en-US"/>
        </a:p>
      </dgm:t>
    </dgm:pt>
    <dgm:pt modelId="{58DE8D55-F7D4-4D16-906D-D69FEAD957D8}" type="sibTrans" cxnId="{79028F3F-D881-4EEA-B9E0-A8696AC74A40}">
      <dgm:prSet/>
      <dgm:spPr/>
      <dgm:t>
        <a:bodyPr/>
        <a:lstStyle/>
        <a:p>
          <a:endParaRPr lang="en-US"/>
        </a:p>
      </dgm:t>
    </dgm:pt>
    <dgm:pt modelId="{809D6FE5-E864-4721-B406-A0A67AC2494E}">
      <dgm:prSet/>
      <dgm:spPr/>
      <dgm:t>
        <a:bodyPr/>
        <a:lstStyle/>
        <a:p>
          <a:r>
            <a:rPr lang="en-US"/>
            <a:t>Builds customer trust </a:t>
          </a:r>
        </a:p>
      </dgm:t>
    </dgm:pt>
    <dgm:pt modelId="{B1382C76-C869-47B7-977A-EB83920C3D7B}" type="parTrans" cxnId="{500B3795-BFC8-403A-B204-62335BD4ED57}">
      <dgm:prSet/>
      <dgm:spPr/>
      <dgm:t>
        <a:bodyPr/>
        <a:lstStyle/>
        <a:p>
          <a:endParaRPr lang="en-US"/>
        </a:p>
      </dgm:t>
    </dgm:pt>
    <dgm:pt modelId="{3E800523-B945-44A4-85C9-327800907FF2}" type="sibTrans" cxnId="{500B3795-BFC8-403A-B204-62335BD4ED57}">
      <dgm:prSet/>
      <dgm:spPr/>
      <dgm:t>
        <a:bodyPr/>
        <a:lstStyle/>
        <a:p>
          <a:endParaRPr lang="en-US"/>
        </a:p>
      </dgm:t>
    </dgm:pt>
    <dgm:pt modelId="{76FBEF67-3A3E-4B72-A768-D79368D3B098}">
      <dgm:prSet/>
      <dgm:spPr/>
      <dgm:t>
        <a:bodyPr/>
        <a:lstStyle/>
        <a:p>
          <a:r>
            <a:rPr lang="en-US"/>
            <a:t>Protect the company's reputation.</a:t>
          </a:r>
        </a:p>
      </dgm:t>
    </dgm:pt>
    <dgm:pt modelId="{B078E6F1-AD6A-4A00-A0FC-BA1D1DA8F8D2}" type="parTrans" cxnId="{336B61D6-7D29-4443-8DCD-64D9B5E61710}">
      <dgm:prSet/>
      <dgm:spPr/>
      <dgm:t>
        <a:bodyPr/>
        <a:lstStyle/>
        <a:p>
          <a:endParaRPr lang="en-US"/>
        </a:p>
      </dgm:t>
    </dgm:pt>
    <dgm:pt modelId="{75FB2374-2537-4A2C-9229-99B65A463804}" type="sibTrans" cxnId="{336B61D6-7D29-4443-8DCD-64D9B5E61710}">
      <dgm:prSet/>
      <dgm:spPr/>
      <dgm:t>
        <a:bodyPr/>
        <a:lstStyle/>
        <a:p>
          <a:endParaRPr lang="en-US"/>
        </a:p>
      </dgm:t>
    </dgm:pt>
    <dgm:pt modelId="{9E1DB3CC-E140-4A4F-9E00-30FC047A4DC5}">
      <dgm:prSet/>
      <dgm:spPr/>
      <dgm:t>
        <a:bodyPr/>
        <a:lstStyle/>
        <a:p>
          <a:r>
            <a:rPr lang="en-US"/>
            <a:t>We have an obligation to protect customer data by complying with NZ Privacy Act, GDPR.</a:t>
          </a:r>
        </a:p>
      </dgm:t>
    </dgm:pt>
    <dgm:pt modelId="{A144E610-2EE5-49F2-8540-15F3E042D26B}" type="parTrans" cxnId="{D76FDDA6-1420-4B4C-BDC0-6FD1162F1BCD}">
      <dgm:prSet/>
      <dgm:spPr/>
      <dgm:t>
        <a:bodyPr/>
        <a:lstStyle/>
        <a:p>
          <a:endParaRPr lang="en-US"/>
        </a:p>
      </dgm:t>
    </dgm:pt>
    <dgm:pt modelId="{EFE935E2-ECDD-4737-A9EA-60B871E15C5F}" type="sibTrans" cxnId="{D76FDDA6-1420-4B4C-BDC0-6FD1162F1BCD}">
      <dgm:prSet/>
      <dgm:spPr/>
      <dgm:t>
        <a:bodyPr/>
        <a:lstStyle/>
        <a:p>
          <a:endParaRPr lang="en-US"/>
        </a:p>
      </dgm:t>
    </dgm:pt>
    <dgm:pt modelId="{2B83AB1D-CBED-49B0-BD9F-C9C556C3253B}" type="pres">
      <dgm:prSet presAssocID="{772D7395-E5DA-483E-BAA3-F29B128A6C19}" presName="root" presStyleCnt="0">
        <dgm:presLayoutVars>
          <dgm:dir/>
          <dgm:resizeHandles val="exact"/>
        </dgm:presLayoutVars>
      </dgm:prSet>
      <dgm:spPr/>
    </dgm:pt>
    <dgm:pt modelId="{EF192ED2-0BBF-4DA7-9516-7CD4973BA568}" type="pres">
      <dgm:prSet presAssocID="{772D7395-E5DA-483E-BAA3-F29B128A6C19}" presName="container" presStyleCnt="0">
        <dgm:presLayoutVars>
          <dgm:dir/>
          <dgm:resizeHandles val="exact"/>
        </dgm:presLayoutVars>
      </dgm:prSet>
      <dgm:spPr/>
    </dgm:pt>
    <dgm:pt modelId="{8FC348D7-C856-445B-B3B0-2032A083FB94}" type="pres">
      <dgm:prSet presAssocID="{145A77FE-6D16-47E3-891F-88A888B1E069}" presName="compNode" presStyleCnt="0"/>
      <dgm:spPr/>
    </dgm:pt>
    <dgm:pt modelId="{DDEDDE6C-B574-41CD-A531-7D42F59FD700}" type="pres">
      <dgm:prSet presAssocID="{145A77FE-6D16-47E3-891F-88A888B1E069}" presName="iconBgRect" presStyleLbl="bgShp" presStyleIdx="0" presStyleCnt="8"/>
      <dgm:spPr/>
    </dgm:pt>
    <dgm:pt modelId="{1236EFD5-1702-4083-8A93-428DA957B8F5}" type="pres">
      <dgm:prSet presAssocID="{145A77FE-6D16-47E3-891F-88A888B1E069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980FC7A-57BB-4B4F-ADF3-7E0549D257C1}" type="pres">
      <dgm:prSet presAssocID="{145A77FE-6D16-47E3-891F-88A888B1E069}" presName="spaceRect" presStyleCnt="0"/>
      <dgm:spPr/>
    </dgm:pt>
    <dgm:pt modelId="{9EEF1E94-1743-41B6-A09E-708480D44AD0}" type="pres">
      <dgm:prSet presAssocID="{145A77FE-6D16-47E3-891F-88A888B1E069}" presName="textRect" presStyleLbl="revTx" presStyleIdx="0" presStyleCnt="8">
        <dgm:presLayoutVars>
          <dgm:chMax val="1"/>
          <dgm:chPref val="1"/>
        </dgm:presLayoutVars>
      </dgm:prSet>
      <dgm:spPr/>
    </dgm:pt>
    <dgm:pt modelId="{73851E21-A5CB-4252-BFB5-47FF0A4889A9}" type="pres">
      <dgm:prSet presAssocID="{43A4A6E1-8BCA-4A89-810F-19D7ECCCC03A}" presName="sibTrans" presStyleLbl="sibTrans2D1" presStyleIdx="0" presStyleCnt="0"/>
      <dgm:spPr/>
    </dgm:pt>
    <dgm:pt modelId="{5737262C-F6E8-4D1A-A37E-83AABCA4211A}" type="pres">
      <dgm:prSet presAssocID="{2B8B31D2-A2D5-4D74-B365-6739954438A7}" presName="compNode" presStyleCnt="0"/>
      <dgm:spPr/>
    </dgm:pt>
    <dgm:pt modelId="{86ACCFFB-F92A-4B44-AD6D-55875A937890}" type="pres">
      <dgm:prSet presAssocID="{2B8B31D2-A2D5-4D74-B365-6739954438A7}" presName="iconBgRect" presStyleLbl="bgShp" presStyleIdx="1" presStyleCnt="8"/>
      <dgm:spPr/>
    </dgm:pt>
    <dgm:pt modelId="{1535BB54-71D1-4ED5-94E7-F3A8CC6A1AD5}" type="pres">
      <dgm:prSet presAssocID="{2B8B31D2-A2D5-4D74-B365-6739954438A7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7587DD98-7FB4-42FD-8DC2-4DF5EC56DEA3}" type="pres">
      <dgm:prSet presAssocID="{2B8B31D2-A2D5-4D74-B365-6739954438A7}" presName="spaceRect" presStyleCnt="0"/>
      <dgm:spPr/>
    </dgm:pt>
    <dgm:pt modelId="{139CDB63-8941-4E3F-B4BB-E8004C2760BA}" type="pres">
      <dgm:prSet presAssocID="{2B8B31D2-A2D5-4D74-B365-6739954438A7}" presName="textRect" presStyleLbl="revTx" presStyleIdx="1" presStyleCnt="8">
        <dgm:presLayoutVars>
          <dgm:chMax val="1"/>
          <dgm:chPref val="1"/>
        </dgm:presLayoutVars>
      </dgm:prSet>
      <dgm:spPr/>
    </dgm:pt>
    <dgm:pt modelId="{098DD20C-ABF2-43EC-80FB-916C9F66DFDD}" type="pres">
      <dgm:prSet presAssocID="{15E11C16-E893-48BF-8E45-5337F097B2DA}" presName="sibTrans" presStyleLbl="sibTrans2D1" presStyleIdx="0" presStyleCnt="0"/>
      <dgm:spPr/>
    </dgm:pt>
    <dgm:pt modelId="{B031D99D-7D57-4AF6-B3D5-729083B7BA3F}" type="pres">
      <dgm:prSet presAssocID="{6768FA2C-CD26-4A89-BF29-0202568D92C9}" presName="compNode" presStyleCnt="0"/>
      <dgm:spPr/>
    </dgm:pt>
    <dgm:pt modelId="{9746F1EB-40F2-4CCD-91DB-7C4C097D8CDE}" type="pres">
      <dgm:prSet presAssocID="{6768FA2C-CD26-4A89-BF29-0202568D92C9}" presName="iconBgRect" presStyleLbl="bgShp" presStyleIdx="2" presStyleCnt="8"/>
      <dgm:spPr/>
    </dgm:pt>
    <dgm:pt modelId="{81394D10-9F7F-4633-8A35-D624B9539A78}" type="pres">
      <dgm:prSet presAssocID="{6768FA2C-CD26-4A89-BF29-0202568D92C9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F43611F8-7E8F-4EC6-9EA5-F8C1B7288497}" type="pres">
      <dgm:prSet presAssocID="{6768FA2C-CD26-4A89-BF29-0202568D92C9}" presName="spaceRect" presStyleCnt="0"/>
      <dgm:spPr/>
    </dgm:pt>
    <dgm:pt modelId="{1A73FCFC-F751-40BD-A0D0-154FEA551AC7}" type="pres">
      <dgm:prSet presAssocID="{6768FA2C-CD26-4A89-BF29-0202568D92C9}" presName="textRect" presStyleLbl="revTx" presStyleIdx="2" presStyleCnt="8">
        <dgm:presLayoutVars>
          <dgm:chMax val="1"/>
          <dgm:chPref val="1"/>
        </dgm:presLayoutVars>
      </dgm:prSet>
      <dgm:spPr/>
    </dgm:pt>
    <dgm:pt modelId="{E9B4584D-72D3-41F0-B93B-EAA711218C93}" type="pres">
      <dgm:prSet presAssocID="{88C779AF-3DCE-40DE-816D-394598DFAE8F}" presName="sibTrans" presStyleLbl="sibTrans2D1" presStyleIdx="0" presStyleCnt="0"/>
      <dgm:spPr/>
    </dgm:pt>
    <dgm:pt modelId="{AB51C2A3-9D5A-46A3-837D-58DD60161D75}" type="pres">
      <dgm:prSet presAssocID="{B7ED9FE6-7887-4ECD-81AE-13BC87581649}" presName="compNode" presStyleCnt="0"/>
      <dgm:spPr/>
    </dgm:pt>
    <dgm:pt modelId="{6E339C84-2216-472E-B95E-2D212023A7B0}" type="pres">
      <dgm:prSet presAssocID="{B7ED9FE6-7887-4ECD-81AE-13BC87581649}" presName="iconBgRect" presStyleLbl="bgShp" presStyleIdx="3" presStyleCnt="8"/>
      <dgm:spPr/>
    </dgm:pt>
    <dgm:pt modelId="{BD047995-E478-4CB8-BFB7-52C2F2A8B70C}" type="pres">
      <dgm:prSet presAssocID="{B7ED9FE6-7887-4ECD-81AE-13BC87581649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F694F0F5-C9BE-4F66-8F56-5A2AC2A87248}" type="pres">
      <dgm:prSet presAssocID="{B7ED9FE6-7887-4ECD-81AE-13BC87581649}" presName="spaceRect" presStyleCnt="0"/>
      <dgm:spPr/>
    </dgm:pt>
    <dgm:pt modelId="{9FC1B7EA-3485-42E5-8E2B-97DFC288F377}" type="pres">
      <dgm:prSet presAssocID="{B7ED9FE6-7887-4ECD-81AE-13BC87581649}" presName="textRect" presStyleLbl="revTx" presStyleIdx="3" presStyleCnt="8">
        <dgm:presLayoutVars>
          <dgm:chMax val="1"/>
          <dgm:chPref val="1"/>
        </dgm:presLayoutVars>
      </dgm:prSet>
      <dgm:spPr/>
    </dgm:pt>
    <dgm:pt modelId="{1719980C-F5FE-438D-A207-73EBB0D66674}" type="pres">
      <dgm:prSet presAssocID="{E3FD7170-DC94-4FA9-8AF0-A828AC5B3C92}" presName="sibTrans" presStyleLbl="sibTrans2D1" presStyleIdx="0" presStyleCnt="0"/>
      <dgm:spPr/>
    </dgm:pt>
    <dgm:pt modelId="{E37DEB88-D1CE-42EC-9563-496195AFA345}" type="pres">
      <dgm:prSet presAssocID="{9865A3C7-6931-41F9-8981-26CC80DD92F7}" presName="compNode" presStyleCnt="0"/>
      <dgm:spPr/>
    </dgm:pt>
    <dgm:pt modelId="{DB02EF3B-1468-4C28-B95A-440E79A36889}" type="pres">
      <dgm:prSet presAssocID="{9865A3C7-6931-41F9-8981-26CC80DD92F7}" presName="iconBgRect" presStyleLbl="bgShp" presStyleIdx="4" presStyleCnt="8"/>
      <dgm:spPr/>
    </dgm:pt>
    <dgm:pt modelId="{515A18F5-67FE-45C9-9A45-B115F56C8F90}" type="pres">
      <dgm:prSet presAssocID="{9865A3C7-6931-41F9-8981-26CC80DD92F7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705D5609-195B-4F13-A3A7-340DC333FBA8}" type="pres">
      <dgm:prSet presAssocID="{9865A3C7-6931-41F9-8981-26CC80DD92F7}" presName="spaceRect" presStyleCnt="0"/>
      <dgm:spPr/>
    </dgm:pt>
    <dgm:pt modelId="{D4A3D4EB-154E-4B89-A884-84C45248CE3C}" type="pres">
      <dgm:prSet presAssocID="{9865A3C7-6931-41F9-8981-26CC80DD92F7}" presName="textRect" presStyleLbl="revTx" presStyleIdx="4" presStyleCnt="8">
        <dgm:presLayoutVars>
          <dgm:chMax val="1"/>
          <dgm:chPref val="1"/>
        </dgm:presLayoutVars>
      </dgm:prSet>
      <dgm:spPr/>
    </dgm:pt>
    <dgm:pt modelId="{175972A6-8A6F-45FB-8266-F683E7457382}" type="pres">
      <dgm:prSet presAssocID="{58DE8D55-F7D4-4D16-906D-D69FEAD957D8}" presName="sibTrans" presStyleLbl="sibTrans2D1" presStyleIdx="0" presStyleCnt="0"/>
      <dgm:spPr/>
    </dgm:pt>
    <dgm:pt modelId="{AA9B8FF5-174B-4C64-9541-8A7839740165}" type="pres">
      <dgm:prSet presAssocID="{809D6FE5-E864-4721-B406-A0A67AC2494E}" presName="compNode" presStyleCnt="0"/>
      <dgm:spPr/>
    </dgm:pt>
    <dgm:pt modelId="{C9FF75EE-88AB-49AD-BD85-1DDAEB525312}" type="pres">
      <dgm:prSet presAssocID="{809D6FE5-E864-4721-B406-A0A67AC2494E}" presName="iconBgRect" presStyleLbl="bgShp" presStyleIdx="5" presStyleCnt="8"/>
      <dgm:spPr/>
    </dgm:pt>
    <dgm:pt modelId="{A269DD28-5AA8-421F-B67D-0F9FF25256F0}" type="pres">
      <dgm:prSet presAssocID="{809D6FE5-E864-4721-B406-A0A67AC2494E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DE3375E-0149-4AD2-9954-2F9B6219E48E}" type="pres">
      <dgm:prSet presAssocID="{809D6FE5-E864-4721-B406-A0A67AC2494E}" presName="spaceRect" presStyleCnt="0"/>
      <dgm:spPr/>
    </dgm:pt>
    <dgm:pt modelId="{9EC247F2-1745-4FDD-9DEC-E60BA64BDE33}" type="pres">
      <dgm:prSet presAssocID="{809D6FE5-E864-4721-B406-A0A67AC2494E}" presName="textRect" presStyleLbl="revTx" presStyleIdx="5" presStyleCnt="8">
        <dgm:presLayoutVars>
          <dgm:chMax val="1"/>
          <dgm:chPref val="1"/>
        </dgm:presLayoutVars>
      </dgm:prSet>
      <dgm:spPr/>
    </dgm:pt>
    <dgm:pt modelId="{82BDD733-9ECD-41E9-8D78-BB7868F296F5}" type="pres">
      <dgm:prSet presAssocID="{3E800523-B945-44A4-85C9-327800907FF2}" presName="sibTrans" presStyleLbl="sibTrans2D1" presStyleIdx="0" presStyleCnt="0"/>
      <dgm:spPr/>
    </dgm:pt>
    <dgm:pt modelId="{47F308B3-087A-4AFA-B4F0-814B5902DDCE}" type="pres">
      <dgm:prSet presAssocID="{76FBEF67-3A3E-4B72-A768-D79368D3B098}" presName="compNode" presStyleCnt="0"/>
      <dgm:spPr/>
    </dgm:pt>
    <dgm:pt modelId="{4278EE58-30E7-4669-8DC7-16DF72057141}" type="pres">
      <dgm:prSet presAssocID="{76FBEF67-3A3E-4B72-A768-D79368D3B098}" presName="iconBgRect" presStyleLbl="bgShp" presStyleIdx="6" presStyleCnt="8"/>
      <dgm:spPr/>
    </dgm:pt>
    <dgm:pt modelId="{9B666A03-8CA8-4059-BB8B-7E3D90D7DE31}" type="pres">
      <dgm:prSet presAssocID="{76FBEF67-3A3E-4B72-A768-D79368D3B098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mond"/>
        </a:ext>
      </dgm:extLst>
    </dgm:pt>
    <dgm:pt modelId="{AC378A71-BF44-4A23-8C53-B16E1FCC87F1}" type="pres">
      <dgm:prSet presAssocID="{76FBEF67-3A3E-4B72-A768-D79368D3B098}" presName="spaceRect" presStyleCnt="0"/>
      <dgm:spPr/>
    </dgm:pt>
    <dgm:pt modelId="{5CA44547-C31B-4A9F-9A5A-2DDA3517F62D}" type="pres">
      <dgm:prSet presAssocID="{76FBEF67-3A3E-4B72-A768-D79368D3B098}" presName="textRect" presStyleLbl="revTx" presStyleIdx="6" presStyleCnt="8">
        <dgm:presLayoutVars>
          <dgm:chMax val="1"/>
          <dgm:chPref val="1"/>
        </dgm:presLayoutVars>
      </dgm:prSet>
      <dgm:spPr/>
    </dgm:pt>
    <dgm:pt modelId="{50F384CC-8D00-4A5C-B7BF-B9D334EA2491}" type="pres">
      <dgm:prSet presAssocID="{75FB2374-2537-4A2C-9229-99B65A463804}" presName="sibTrans" presStyleLbl="sibTrans2D1" presStyleIdx="0" presStyleCnt="0"/>
      <dgm:spPr/>
    </dgm:pt>
    <dgm:pt modelId="{2FA45A95-80D2-44E5-A248-D7E7D8B0BBA3}" type="pres">
      <dgm:prSet presAssocID="{9E1DB3CC-E140-4A4F-9E00-30FC047A4DC5}" presName="compNode" presStyleCnt="0"/>
      <dgm:spPr/>
    </dgm:pt>
    <dgm:pt modelId="{12C1B7B5-8DF8-441A-B054-D7CAA364CD53}" type="pres">
      <dgm:prSet presAssocID="{9E1DB3CC-E140-4A4F-9E00-30FC047A4DC5}" presName="iconBgRect" presStyleLbl="bgShp" presStyleIdx="7" presStyleCnt="8"/>
      <dgm:spPr/>
    </dgm:pt>
    <dgm:pt modelId="{3FEA96B9-9724-4561-B852-58EFD0727964}" type="pres">
      <dgm:prSet presAssocID="{9E1DB3CC-E140-4A4F-9E00-30FC047A4DC5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4C3B366-F143-4A61-A72B-D1E932E8CAB4}" type="pres">
      <dgm:prSet presAssocID="{9E1DB3CC-E140-4A4F-9E00-30FC047A4DC5}" presName="spaceRect" presStyleCnt="0"/>
      <dgm:spPr/>
    </dgm:pt>
    <dgm:pt modelId="{5B85E972-127B-487F-8A70-926E5E55894E}" type="pres">
      <dgm:prSet presAssocID="{9E1DB3CC-E140-4A4F-9E00-30FC047A4DC5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181E4500-01FD-46D8-ABC7-763B1F9E9583}" type="presOf" srcId="{6768FA2C-CD26-4A89-BF29-0202568D92C9}" destId="{1A73FCFC-F751-40BD-A0D0-154FEA551AC7}" srcOrd="0" destOrd="0" presId="urn:microsoft.com/office/officeart/2018/2/layout/IconCircleList"/>
    <dgm:cxn modelId="{D933190B-2135-49D6-BD1D-A2D12E53EA60}" type="presOf" srcId="{9E1DB3CC-E140-4A4F-9E00-30FC047A4DC5}" destId="{5B85E972-127B-487F-8A70-926E5E55894E}" srcOrd="0" destOrd="0" presId="urn:microsoft.com/office/officeart/2018/2/layout/IconCircleList"/>
    <dgm:cxn modelId="{0BC2620E-4A0B-48BB-A2F4-B5C993CCFEF1}" srcId="{772D7395-E5DA-483E-BAA3-F29B128A6C19}" destId="{2B8B31D2-A2D5-4D74-B365-6739954438A7}" srcOrd="1" destOrd="0" parTransId="{F66C24F6-03BF-4B5D-B6B3-DE77815F0EDF}" sibTransId="{15E11C16-E893-48BF-8E45-5337F097B2DA}"/>
    <dgm:cxn modelId="{AE308A1F-D376-4313-83BA-6B574B8C916A}" type="presOf" srcId="{75FB2374-2537-4A2C-9229-99B65A463804}" destId="{50F384CC-8D00-4A5C-B7BF-B9D334EA2491}" srcOrd="0" destOrd="0" presId="urn:microsoft.com/office/officeart/2018/2/layout/IconCircleList"/>
    <dgm:cxn modelId="{15686926-3F49-4098-8A36-8197A89BEB4D}" type="presOf" srcId="{58DE8D55-F7D4-4D16-906D-D69FEAD957D8}" destId="{175972A6-8A6F-45FB-8266-F683E7457382}" srcOrd="0" destOrd="0" presId="urn:microsoft.com/office/officeart/2018/2/layout/IconCircleList"/>
    <dgm:cxn modelId="{AB0DA433-4131-40F8-801A-91FE4B241297}" type="presOf" srcId="{2B8B31D2-A2D5-4D74-B365-6739954438A7}" destId="{139CDB63-8941-4E3F-B4BB-E8004C2760BA}" srcOrd="0" destOrd="0" presId="urn:microsoft.com/office/officeart/2018/2/layout/IconCircleList"/>
    <dgm:cxn modelId="{6440103A-87F1-4C79-8BD0-8348D4DA5811}" type="presOf" srcId="{76FBEF67-3A3E-4B72-A768-D79368D3B098}" destId="{5CA44547-C31B-4A9F-9A5A-2DDA3517F62D}" srcOrd="0" destOrd="0" presId="urn:microsoft.com/office/officeart/2018/2/layout/IconCircleList"/>
    <dgm:cxn modelId="{79028F3F-D881-4EEA-B9E0-A8696AC74A40}" srcId="{772D7395-E5DA-483E-BAA3-F29B128A6C19}" destId="{9865A3C7-6931-41F9-8981-26CC80DD92F7}" srcOrd="4" destOrd="0" parTransId="{D7B84888-2CAD-48F4-A11E-52C1719B29D7}" sibTransId="{58DE8D55-F7D4-4D16-906D-D69FEAD957D8}"/>
    <dgm:cxn modelId="{47923A40-64C4-49FC-9E43-094695F0AD2E}" srcId="{772D7395-E5DA-483E-BAA3-F29B128A6C19}" destId="{B7ED9FE6-7887-4ECD-81AE-13BC87581649}" srcOrd="3" destOrd="0" parTransId="{74B8AB6E-9ECD-467A-93FE-ABA855464133}" sibTransId="{E3FD7170-DC94-4FA9-8AF0-A828AC5B3C92}"/>
    <dgm:cxn modelId="{E075B66C-415D-4830-A22E-C689453E70DF}" type="presOf" srcId="{772D7395-E5DA-483E-BAA3-F29B128A6C19}" destId="{2B83AB1D-CBED-49B0-BD9F-C9C556C3253B}" srcOrd="0" destOrd="0" presId="urn:microsoft.com/office/officeart/2018/2/layout/IconCircleList"/>
    <dgm:cxn modelId="{071E1E7A-5075-4DFA-9785-B88ACD946128}" type="presOf" srcId="{88C779AF-3DCE-40DE-816D-394598DFAE8F}" destId="{E9B4584D-72D3-41F0-B93B-EAA711218C93}" srcOrd="0" destOrd="0" presId="urn:microsoft.com/office/officeart/2018/2/layout/IconCircleList"/>
    <dgm:cxn modelId="{500B3795-BFC8-403A-B204-62335BD4ED57}" srcId="{772D7395-E5DA-483E-BAA3-F29B128A6C19}" destId="{809D6FE5-E864-4721-B406-A0A67AC2494E}" srcOrd="5" destOrd="0" parTransId="{B1382C76-C869-47B7-977A-EB83920C3D7B}" sibTransId="{3E800523-B945-44A4-85C9-327800907FF2}"/>
    <dgm:cxn modelId="{570D13A0-E760-46A6-A61F-E82298187B78}" type="presOf" srcId="{145A77FE-6D16-47E3-891F-88A888B1E069}" destId="{9EEF1E94-1743-41B6-A09E-708480D44AD0}" srcOrd="0" destOrd="0" presId="urn:microsoft.com/office/officeart/2018/2/layout/IconCircleList"/>
    <dgm:cxn modelId="{C59F8FA2-6999-4132-B670-3A354AC9A76D}" type="presOf" srcId="{15E11C16-E893-48BF-8E45-5337F097B2DA}" destId="{098DD20C-ABF2-43EC-80FB-916C9F66DFDD}" srcOrd="0" destOrd="0" presId="urn:microsoft.com/office/officeart/2018/2/layout/IconCircleList"/>
    <dgm:cxn modelId="{D76FDDA6-1420-4B4C-BDC0-6FD1162F1BCD}" srcId="{772D7395-E5DA-483E-BAA3-F29B128A6C19}" destId="{9E1DB3CC-E140-4A4F-9E00-30FC047A4DC5}" srcOrd="7" destOrd="0" parTransId="{A144E610-2EE5-49F2-8540-15F3E042D26B}" sibTransId="{EFE935E2-ECDD-4737-A9EA-60B871E15C5F}"/>
    <dgm:cxn modelId="{D0D528AB-8E4B-4544-AE66-D1F165359DAD}" type="presOf" srcId="{B7ED9FE6-7887-4ECD-81AE-13BC87581649}" destId="{9FC1B7EA-3485-42E5-8E2B-97DFC288F377}" srcOrd="0" destOrd="0" presId="urn:microsoft.com/office/officeart/2018/2/layout/IconCircleList"/>
    <dgm:cxn modelId="{15B197AC-9366-45AB-BE79-0F12B44E66E4}" type="presOf" srcId="{E3FD7170-DC94-4FA9-8AF0-A828AC5B3C92}" destId="{1719980C-F5FE-438D-A207-73EBB0D66674}" srcOrd="0" destOrd="0" presId="urn:microsoft.com/office/officeart/2018/2/layout/IconCircleList"/>
    <dgm:cxn modelId="{01928DCA-E3B7-4D10-B16D-510311ED11AE}" srcId="{772D7395-E5DA-483E-BAA3-F29B128A6C19}" destId="{145A77FE-6D16-47E3-891F-88A888B1E069}" srcOrd="0" destOrd="0" parTransId="{C7D86D12-5449-465E-817F-BF01CC0A0AAE}" sibTransId="{43A4A6E1-8BCA-4A89-810F-19D7ECCCC03A}"/>
    <dgm:cxn modelId="{ACD7D4CC-BE3F-4706-ACFC-75D2146A8B80}" type="presOf" srcId="{3E800523-B945-44A4-85C9-327800907FF2}" destId="{82BDD733-9ECD-41E9-8D78-BB7868F296F5}" srcOrd="0" destOrd="0" presId="urn:microsoft.com/office/officeart/2018/2/layout/IconCircleList"/>
    <dgm:cxn modelId="{336B61D6-7D29-4443-8DCD-64D9B5E61710}" srcId="{772D7395-E5DA-483E-BAA3-F29B128A6C19}" destId="{76FBEF67-3A3E-4B72-A768-D79368D3B098}" srcOrd="6" destOrd="0" parTransId="{B078E6F1-AD6A-4A00-A0FC-BA1D1DA8F8D2}" sibTransId="{75FB2374-2537-4A2C-9229-99B65A463804}"/>
    <dgm:cxn modelId="{552405DE-E8DB-4EC5-8360-2FEC0F842D14}" srcId="{772D7395-E5DA-483E-BAA3-F29B128A6C19}" destId="{6768FA2C-CD26-4A89-BF29-0202568D92C9}" srcOrd="2" destOrd="0" parTransId="{21CE2B29-1A46-465A-8EA6-31A0D91837A6}" sibTransId="{88C779AF-3DCE-40DE-816D-394598DFAE8F}"/>
    <dgm:cxn modelId="{1BD730E9-1DB8-47A3-8A70-731643E6FE1B}" type="presOf" srcId="{809D6FE5-E864-4721-B406-A0A67AC2494E}" destId="{9EC247F2-1745-4FDD-9DEC-E60BA64BDE33}" srcOrd="0" destOrd="0" presId="urn:microsoft.com/office/officeart/2018/2/layout/IconCircleList"/>
    <dgm:cxn modelId="{D1D4A2EF-07A3-4748-9890-5A5B42E2AEE1}" type="presOf" srcId="{43A4A6E1-8BCA-4A89-810F-19D7ECCCC03A}" destId="{73851E21-A5CB-4252-BFB5-47FF0A4889A9}" srcOrd="0" destOrd="0" presId="urn:microsoft.com/office/officeart/2018/2/layout/IconCircleList"/>
    <dgm:cxn modelId="{E58DDFF3-5B3B-4CCB-AC00-5645D7D87197}" type="presOf" srcId="{9865A3C7-6931-41F9-8981-26CC80DD92F7}" destId="{D4A3D4EB-154E-4B89-A884-84C45248CE3C}" srcOrd="0" destOrd="0" presId="urn:microsoft.com/office/officeart/2018/2/layout/IconCircleList"/>
    <dgm:cxn modelId="{B7D06F10-F949-4DFD-B1F2-646A99367AAB}" type="presParOf" srcId="{2B83AB1D-CBED-49B0-BD9F-C9C556C3253B}" destId="{EF192ED2-0BBF-4DA7-9516-7CD4973BA568}" srcOrd="0" destOrd="0" presId="urn:microsoft.com/office/officeart/2018/2/layout/IconCircleList"/>
    <dgm:cxn modelId="{F9853F6D-E30F-40C5-B7BF-BC30A39DA21D}" type="presParOf" srcId="{EF192ED2-0BBF-4DA7-9516-7CD4973BA568}" destId="{8FC348D7-C856-445B-B3B0-2032A083FB94}" srcOrd="0" destOrd="0" presId="urn:microsoft.com/office/officeart/2018/2/layout/IconCircleList"/>
    <dgm:cxn modelId="{7FB77FB9-3E52-470D-A25B-DE2382E83288}" type="presParOf" srcId="{8FC348D7-C856-445B-B3B0-2032A083FB94}" destId="{DDEDDE6C-B574-41CD-A531-7D42F59FD700}" srcOrd="0" destOrd="0" presId="urn:microsoft.com/office/officeart/2018/2/layout/IconCircleList"/>
    <dgm:cxn modelId="{050F0253-837B-4491-840F-D8CBF3419279}" type="presParOf" srcId="{8FC348D7-C856-445B-B3B0-2032A083FB94}" destId="{1236EFD5-1702-4083-8A93-428DA957B8F5}" srcOrd="1" destOrd="0" presId="urn:microsoft.com/office/officeart/2018/2/layout/IconCircleList"/>
    <dgm:cxn modelId="{EBB5E5CF-87A1-4D60-93AF-F81D9B9C3798}" type="presParOf" srcId="{8FC348D7-C856-445B-B3B0-2032A083FB94}" destId="{0980FC7A-57BB-4B4F-ADF3-7E0549D257C1}" srcOrd="2" destOrd="0" presId="urn:microsoft.com/office/officeart/2018/2/layout/IconCircleList"/>
    <dgm:cxn modelId="{E835A0BD-E0AA-4460-9B84-1AD88247056E}" type="presParOf" srcId="{8FC348D7-C856-445B-B3B0-2032A083FB94}" destId="{9EEF1E94-1743-41B6-A09E-708480D44AD0}" srcOrd="3" destOrd="0" presId="urn:microsoft.com/office/officeart/2018/2/layout/IconCircleList"/>
    <dgm:cxn modelId="{6510AD2B-DA94-4DE0-BEA7-B5E0BEDDFFFD}" type="presParOf" srcId="{EF192ED2-0BBF-4DA7-9516-7CD4973BA568}" destId="{73851E21-A5CB-4252-BFB5-47FF0A4889A9}" srcOrd="1" destOrd="0" presId="urn:microsoft.com/office/officeart/2018/2/layout/IconCircleList"/>
    <dgm:cxn modelId="{B686E2C0-FE50-46C1-B318-55A06D9A0532}" type="presParOf" srcId="{EF192ED2-0BBF-4DA7-9516-7CD4973BA568}" destId="{5737262C-F6E8-4D1A-A37E-83AABCA4211A}" srcOrd="2" destOrd="0" presId="urn:microsoft.com/office/officeart/2018/2/layout/IconCircleList"/>
    <dgm:cxn modelId="{B0579E6C-E830-427B-B5D8-A64853EBD7FD}" type="presParOf" srcId="{5737262C-F6E8-4D1A-A37E-83AABCA4211A}" destId="{86ACCFFB-F92A-4B44-AD6D-55875A937890}" srcOrd="0" destOrd="0" presId="urn:microsoft.com/office/officeart/2018/2/layout/IconCircleList"/>
    <dgm:cxn modelId="{ED11B5F4-EA73-42B3-833D-3480DEC0124F}" type="presParOf" srcId="{5737262C-F6E8-4D1A-A37E-83AABCA4211A}" destId="{1535BB54-71D1-4ED5-94E7-F3A8CC6A1AD5}" srcOrd="1" destOrd="0" presId="urn:microsoft.com/office/officeart/2018/2/layout/IconCircleList"/>
    <dgm:cxn modelId="{081769EF-4249-42E3-A7D3-635AC52D4F56}" type="presParOf" srcId="{5737262C-F6E8-4D1A-A37E-83AABCA4211A}" destId="{7587DD98-7FB4-42FD-8DC2-4DF5EC56DEA3}" srcOrd="2" destOrd="0" presId="urn:microsoft.com/office/officeart/2018/2/layout/IconCircleList"/>
    <dgm:cxn modelId="{B013679E-D293-4F1B-BB74-CAF8C03E3787}" type="presParOf" srcId="{5737262C-F6E8-4D1A-A37E-83AABCA4211A}" destId="{139CDB63-8941-4E3F-B4BB-E8004C2760BA}" srcOrd="3" destOrd="0" presId="urn:microsoft.com/office/officeart/2018/2/layout/IconCircleList"/>
    <dgm:cxn modelId="{F78F35E2-F5E8-41C1-A415-B1E38D15DAA0}" type="presParOf" srcId="{EF192ED2-0BBF-4DA7-9516-7CD4973BA568}" destId="{098DD20C-ABF2-43EC-80FB-916C9F66DFDD}" srcOrd="3" destOrd="0" presId="urn:microsoft.com/office/officeart/2018/2/layout/IconCircleList"/>
    <dgm:cxn modelId="{65DAF977-9252-484F-814F-A64A3951A8DA}" type="presParOf" srcId="{EF192ED2-0BBF-4DA7-9516-7CD4973BA568}" destId="{B031D99D-7D57-4AF6-B3D5-729083B7BA3F}" srcOrd="4" destOrd="0" presId="urn:microsoft.com/office/officeart/2018/2/layout/IconCircleList"/>
    <dgm:cxn modelId="{C3DD0E24-6A1E-4693-9AEE-288D38B38C2D}" type="presParOf" srcId="{B031D99D-7D57-4AF6-B3D5-729083B7BA3F}" destId="{9746F1EB-40F2-4CCD-91DB-7C4C097D8CDE}" srcOrd="0" destOrd="0" presId="urn:microsoft.com/office/officeart/2018/2/layout/IconCircleList"/>
    <dgm:cxn modelId="{5E7B1B1E-F394-4C24-9198-09AC6E89BFE4}" type="presParOf" srcId="{B031D99D-7D57-4AF6-B3D5-729083B7BA3F}" destId="{81394D10-9F7F-4633-8A35-D624B9539A78}" srcOrd="1" destOrd="0" presId="urn:microsoft.com/office/officeart/2018/2/layout/IconCircleList"/>
    <dgm:cxn modelId="{7FABD46F-EA4E-4C2D-B903-1C93A9A560AC}" type="presParOf" srcId="{B031D99D-7D57-4AF6-B3D5-729083B7BA3F}" destId="{F43611F8-7E8F-4EC6-9EA5-F8C1B7288497}" srcOrd="2" destOrd="0" presId="urn:microsoft.com/office/officeart/2018/2/layout/IconCircleList"/>
    <dgm:cxn modelId="{0B2BA981-C2D0-4260-912A-26FACFF6C61B}" type="presParOf" srcId="{B031D99D-7D57-4AF6-B3D5-729083B7BA3F}" destId="{1A73FCFC-F751-40BD-A0D0-154FEA551AC7}" srcOrd="3" destOrd="0" presId="urn:microsoft.com/office/officeart/2018/2/layout/IconCircleList"/>
    <dgm:cxn modelId="{47747EE7-A672-416D-A794-8E06DD6A9CDE}" type="presParOf" srcId="{EF192ED2-0BBF-4DA7-9516-7CD4973BA568}" destId="{E9B4584D-72D3-41F0-B93B-EAA711218C93}" srcOrd="5" destOrd="0" presId="urn:microsoft.com/office/officeart/2018/2/layout/IconCircleList"/>
    <dgm:cxn modelId="{1DE2551B-F1FE-4647-A4F6-6939C2CEA8FA}" type="presParOf" srcId="{EF192ED2-0BBF-4DA7-9516-7CD4973BA568}" destId="{AB51C2A3-9D5A-46A3-837D-58DD60161D75}" srcOrd="6" destOrd="0" presId="urn:microsoft.com/office/officeart/2018/2/layout/IconCircleList"/>
    <dgm:cxn modelId="{ADFA3BB1-F216-42ED-8E4A-D1EB3E4BE55C}" type="presParOf" srcId="{AB51C2A3-9D5A-46A3-837D-58DD60161D75}" destId="{6E339C84-2216-472E-B95E-2D212023A7B0}" srcOrd="0" destOrd="0" presId="urn:microsoft.com/office/officeart/2018/2/layout/IconCircleList"/>
    <dgm:cxn modelId="{DB4C25BC-7AB7-48C9-A5F3-58F191293EFC}" type="presParOf" srcId="{AB51C2A3-9D5A-46A3-837D-58DD60161D75}" destId="{BD047995-E478-4CB8-BFB7-52C2F2A8B70C}" srcOrd="1" destOrd="0" presId="urn:microsoft.com/office/officeart/2018/2/layout/IconCircleList"/>
    <dgm:cxn modelId="{72B1A9C3-71BB-4C53-95D0-897C45BB67A1}" type="presParOf" srcId="{AB51C2A3-9D5A-46A3-837D-58DD60161D75}" destId="{F694F0F5-C9BE-4F66-8F56-5A2AC2A87248}" srcOrd="2" destOrd="0" presId="urn:microsoft.com/office/officeart/2018/2/layout/IconCircleList"/>
    <dgm:cxn modelId="{1C4523E3-0A5F-4834-809C-D3F540E44A1A}" type="presParOf" srcId="{AB51C2A3-9D5A-46A3-837D-58DD60161D75}" destId="{9FC1B7EA-3485-42E5-8E2B-97DFC288F377}" srcOrd="3" destOrd="0" presId="urn:microsoft.com/office/officeart/2018/2/layout/IconCircleList"/>
    <dgm:cxn modelId="{D8EE6A6B-85CC-4BA8-990B-3A1F5963AFAA}" type="presParOf" srcId="{EF192ED2-0BBF-4DA7-9516-7CD4973BA568}" destId="{1719980C-F5FE-438D-A207-73EBB0D66674}" srcOrd="7" destOrd="0" presId="urn:microsoft.com/office/officeart/2018/2/layout/IconCircleList"/>
    <dgm:cxn modelId="{63EF55C0-0C29-4CDA-B948-5E21A572EE12}" type="presParOf" srcId="{EF192ED2-0BBF-4DA7-9516-7CD4973BA568}" destId="{E37DEB88-D1CE-42EC-9563-496195AFA345}" srcOrd="8" destOrd="0" presId="urn:microsoft.com/office/officeart/2018/2/layout/IconCircleList"/>
    <dgm:cxn modelId="{051C3BAC-90FE-4349-BD5C-F97E3EF8EDEA}" type="presParOf" srcId="{E37DEB88-D1CE-42EC-9563-496195AFA345}" destId="{DB02EF3B-1468-4C28-B95A-440E79A36889}" srcOrd="0" destOrd="0" presId="urn:microsoft.com/office/officeart/2018/2/layout/IconCircleList"/>
    <dgm:cxn modelId="{21853BE7-894D-4A31-8309-0150549CADCB}" type="presParOf" srcId="{E37DEB88-D1CE-42EC-9563-496195AFA345}" destId="{515A18F5-67FE-45C9-9A45-B115F56C8F90}" srcOrd="1" destOrd="0" presId="urn:microsoft.com/office/officeart/2018/2/layout/IconCircleList"/>
    <dgm:cxn modelId="{EE66FC68-3A0A-42D8-8401-FE0E5B311529}" type="presParOf" srcId="{E37DEB88-D1CE-42EC-9563-496195AFA345}" destId="{705D5609-195B-4F13-A3A7-340DC333FBA8}" srcOrd="2" destOrd="0" presId="urn:microsoft.com/office/officeart/2018/2/layout/IconCircleList"/>
    <dgm:cxn modelId="{C2BFC3E8-D09E-4257-AF39-F9BAD67D0B31}" type="presParOf" srcId="{E37DEB88-D1CE-42EC-9563-496195AFA345}" destId="{D4A3D4EB-154E-4B89-A884-84C45248CE3C}" srcOrd="3" destOrd="0" presId="urn:microsoft.com/office/officeart/2018/2/layout/IconCircleList"/>
    <dgm:cxn modelId="{C5681281-3225-49EE-91C0-354D926B5C86}" type="presParOf" srcId="{EF192ED2-0BBF-4DA7-9516-7CD4973BA568}" destId="{175972A6-8A6F-45FB-8266-F683E7457382}" srcOrd="9" destOrd="0" presId="urn:microsoft.com/office/officeart/2018/2/layout/IconCircleList"/>
    <dgm:cxn modelId="{F5EBDB72-D489-48B0-9C10-FC8A5CE834DE}" type="presParOf" srcId="{EF192ED2-0BBF-4DA7-9516-7CD4973BA568}" destId="{AA9B8FF5-174B-4C64-9541-8A7839740165}" srcOrd="10" destOrd="0" presId="urn:microsoft.com/office/officeart/2018/2/layout/IconCircleList"/>
    <dgm:cxn modelId="{52A31178-2633-4D02-806A-A7F4B47CC887}" type="presParOf" srcId="{AA9B8FF5-174B-4C64-9541-8A7839740165}" destId="{C9FF75EE-88AB-49AD-BD85-1DDAEB525312}" srcOrd="0" destOrd="0" presId="urn:microsoft.com/office/officeart/2018/2/layout/IconCircleList"/>
    <dgm:cxn modelId="{D46A3E90-FAA2-419B-8D04-F5A141CB6FE6}" type="presParOf" srcId="{AA9B8FF5-174B-4C64-9541-8A7839740165}" destId="{A269DD28-5AA8-421F-B67D-0F9FF25256F0}" srcOrd="1" destOrd="0" presId="urn:microsoft.com/office/officeart/2018/2/layout/IconCircleList"/>
    <dgm:cxn modelId="{4EBEBF27-E06F-4625-9938-2D3A16065CC5}" type="presParOf" srcId="{AA9B8FF5-174B-4C64-9541-8A7839740165}" destId="{0DE3375E-0149-4AD2-9954-2F9B6219E48E}" srcOrd="2" destOrd="0" presId="urn:microsoft.com/office/officeart/2018/2/layout/IconCircleList"/>
    <dgm:cxn modelId="{1A401126-2252-4220-9DBC-03A71BF1AB29}" type="presParOf" srcId="{AA9B8FF5-174B-4C64-9541-8A7839740165}" destId="{9EC247F2-1745-4FDD-9DEC-E60BA64BDE33}" srcOrd="3" destOrd="0" presId="urn:microsoft.com/office/officeart/2018/2/layout/IconCircleList"/>
    <dgm:cxn modelId="{A87D485C-6707-4BCC-881E-D9301F7EDF39}" type="presParOf" srcId="{EF192ED2-0BBF-4DA7-9516-7CD4973BA568}" destId="{82BDD733-9ECD-41E9-8D78-BB7868F296F5}" srcOrd="11" destOrd="0" presId="urn:microsoft.com/office/officeart/2018/2/layout/IconCircleList"/>
    <dgm:cxn modelId="{E7989278-571E-4CD2-8BA4-B79AE36EABE5}" type="presParOf" srcId="{EF192ED2-0BBF-4DA7-9516-7CD4973BA568}" destId="{47F308B3-087A-4AFA-B4F0-814B5902DDCE}" srcOrd="12" destOrd="0" presId="urn:microsoft.com/office/officeart/2018/2/layout/IconCircleList"/>
    <dgm:cxn modelId="{3BEB4510-574C-4D77-A94C-9A485CEDF141}" type="presParOf" srcId="{47F308B3-087A-4AFA-B4F0-814B5902DDCE}" destId="{4278EE58-30E7-4669-8DC7-16DF72057141}" srcOrd="0" destOrd="0" presId="urn:microsoft.com/office/officeart/2018/2/layout/IconCircleList"/>
    <dgm:cxn modelId="{C1AE4B74-4F0B-430E-8FC1-6E795BB2A56B}" type="presParOf" srcId="{47F308B3-087A-4AFA-B4F0-814B5902DDCE}" destId="{9B666A03-8CA8-4059-BB8B-7E3D90D7DE31}" srcOrd="1" destOrd="0" presId="urn:microsoft.com/office/officeart/2018/2/layout/IconCircleList"/>
    <dgm:cxn modelId="{A1692AF1-2C8A-49F0-84F2-3A470D16B999}" type="presParOf" srcId="{47F308B3-087A-4AFA-B4F0-814B5902DDCE}" destId="{AC378A71-BF44-4A23-8C53-B16E1FCC87F1}" srcOrd="2" destOrd="0" presId="urn:microsoft.com/office/officeart/2018/2/layout/IconCircleList"/>
    <dgm:cxn modelId="{C15B07DB-041D-40E3-862C-82C1E068A025}" type="presParOf" srcId="{47F308B3-087A-4AFA-B4F0-814B5902DDCE}" destId="{5CA44547-C31B-4A9F-9A5A-2DDA3517F62D}" srcOrd="3" destOrd="0" presId="urn:microsoft.com/office/officeart/2018/2/layout/IconCircleList"/>
    <dgm:cxn modelId="{6685723B-EDE6-4B71-AD0B-90C711173645}" type="presParOf" srcId="{EF192ED2-0BBF-4DA7-9516-7CD4973BA568}" destId="{50F384CC-8D00-4A5C-B7BF-B9D334EA2491}" srcOrd="13" destOrd="0" presId="urn:microsoft.com/office/officeart/2018/2/layout/IconCircleList"/>
    <dgm:cxn modelId="{94FAA630-5A9C-4219-86D3-805BC163B7FB}" type="presParOf" srcId="{EF192ED2-0BBF-4DA7-9516-7CD4973BA568}" destId="{2FA45A95-80D2-44E5-A248-D7E7D8B0BBA3}" srcOrd="14" destOrd="0" presId="urn:microsoft.com/office/officeart/2018/2/layout/IconCircleList"/>
    <dgm:cxn modelId="{27DCA7E3-063E-4C21-818B-BB49E85FE97F}" type="presParOf" srcId="{2FA45A95-80D2-44E5-A248-D7E7D8B0BBA3}" destId="{12C1B7B5-8DF8-441A-B054-D7CAA364CD53}" srcOrd="0" destOrd="0" presId="urn:microsoft.com/office/officeart/2018/2/layout/IconCircleList"/>
    <dgm:cxn modelId="{0EE046AB-2B5C-4894-A71B-6A78EE18D00C}" type="presParOf" srcId="{2FA45A95-80D2-44E5-A248-D7E7D8B0BBA3}" destId="{3FEA96B9-9724-4561-B852-58EFD0727964}" srcOrd="1" destOrd="0" presId="urn:microsoft.com/office/officeart/2018/2/layout/IconCircleList"/>
    <dgm:cxn modelId="{0EA5498A-E2DC-41D5-9945-7AE14AD3A9F8}" type="presParOf" srcId="{2FA45A95-80D2-44E5-A248-D7E7D8B0BBA3}" destId="{04C3B366-F143-4A61-A72B-D1E932E8CAB4}" srcOrd="2" destOrd="0" presId="urn:microsoft.com/office/officeart/2018/2/layout/IconCircleList"/>
    <dgm:cxn modelId="{2C8C626E-EE0D-4DF4-9874-18B8EFBE2417}" type="presParOf" srcId="{2FA45A95-80D2-44E5-A248-D7E7D8B0BBA3}" destId="{5B85E972-127B-487F-8A70-926E5E55894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E4AD03-FB4B-440D-A1A1-95EB299C8AC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78DB39E-EE52-49E8-A615-B5CA10442319}">
      <dgm:prSet/>
      <dgm:spPr/>
      <dgm:t>
        <a:bodyPr/>
        <a:lstStyle/>
        <a:p>
          <a:r>
            <a:rPr lang="en-US"/>
            <a:t>NIST CSF</a:t>
          </a:r>
        </a:p>
      </dgm:t>
    </dgm:pt>
    <dgm:pt modelId="{B91EB58C-98FD-4261-AEA0-6B697B05344F}" type="parTrans" cxnId="{54E3A834-6F4F-405A-9C4D-0FBBC1AC6508}">
      <dgm:prSet/>
      <dgm:spPr/>
      <dgm:t>
        <a:bodyPr/>
        <a:lstStyle/>
        <a:p>
          <a:endParaRPr lang="en-US"/>
        </a:p>
      </dgm:t>
    </dgm:pt>
    <dgm:pt modelId="{5B232B91-FB83-4500-9652-4AA7CFA07748}" type="sibTrans" cxnId="{54E3A834-6F4F-405A-9C4D-0FBBC1AC6508}">
      <dgm:prSet/>
      <dgm:spPr/>
      <dgm:t>
        <a:bodyPr/>
        <a:lstStyle/>
        <a:p>
          <a:endParaRPr lang="en-US"/>
        </a:p>
      </dgm:t>
    </dgm:pt>
    <dgm:pt modelId="{A6835146-E3F5-405C-B133-BBBA6D0C9BC6}">
      <dgm:prSet/>
      <dgm:spPr/>
      <dgm:t>
        <a:bodyPr/>
        <a:lstStyle/>
        <a:p>
          <a:r>
            <a:rPr lang="en-US"/>
            <a:t>Helps prevent, detect, and respond to threats like phishing and malware effectively.</a:t>
          </a:r>
        </a:p>
      </dgm:t>
    </dgm:pt>
    <dgm:pt modelId="{06B9665A-8620-4052-BF89-19ADB355298B}" type="parTrans" cxnId="{300E845B-914F-4968-8458-9B7F21E929DA}">
      <dgm:prSet/>
      <dgm:spPr/>
      <dgm:t>
        <a:bodyPr/>
        <a:lstStyle/>
        <a:p>
          <a:endParaRPr lang="en-US"/>
        </a:p>
      </dgm:t>
    </dgm:pt>
    <dgm:pt modelId="{A0A89BCC-E4AF-4458-A2E2-FC1A5DB40DA0}" type="sibTrans" cxnId="{300E845B-914F-4968-8458-9B7F21E929DA}">
      <dgm:prSet/>
      <dgm:spPr/>
      <dgm:t>
        <a:bodyPr/>
        <a:lstStyle/>
        <a:p>
          <a:endParaRPr lang="en-US"/>
        </a:p>
      </dgm:t>
    </dgm:pt>
    <dgm:pt modelId="{B15849D3-31DD-4785-9605-C164A8C0CF9E}">
      <dgm:prSet/>
      <dgm:spPr/>
      <dgm:t>
        <a:bodyPr/>
        <a:lstStyle/>
        <a:p>
          <a:r>
            <a:rPr lang="en-US"/>
            <a:t>MITRE ATT&amp;CK</a:t>
          </a:r>
        </a:p>
      </dgm:t>
    </dgm:pt>
    <dgm:pt modelId="{0CAA2FAF-06DD-4758-9837-34543DE6685B}" type="parTrans" cxnId="{C83F1447-1923-4612-8194-3D53C13ABD0A}">
      <dgm:prSet/>
      <dgm:spPr/>
      <dgm:t>
        <a:bodyPr/>
        <a:lstStyle/>
        <a:p>
          <a:endParaRPr lang="en-US"/>
        </a:p>
      </dgm:t>
    </dgm:pt>
    <dgm:pt modelId="{2EB66C1A-2562-4AB1-9C3D-FE5AB2331FEA}" type="sibTrans" cxnId="{C83F1447-1923-4612-8194-3D53C13ABD0A}">
      <dgm:prSet/>
      <dgm:spPr/>
      <dgm:t>
        <a:bodyPr/>
        <a:lstStyle/>
        <a:p>
          <a:endParaRPr lang="en-US"/>
        </a:p>
      </dgm:t>
    </dgm:pt>
    <dgm:pt modelId="{C689116D-4A4B-421B-ACDB-79D275A6F9E8}">
      <dgm:prSet/>
      <dgm:spPr/>
      <dgm:t>
        <a:bodyPr/>
        <a:lstStyle/>
        <a:p>
          <a:r>
            <a:rPr lang="en-US"/>
            <a:t>Helps to classify and understand adversary behaviors based on Tactics, Techniques, and Procedures (TTPs).</a:t>
          </a:r>
        </a:p>
      </dgm:t>
    </dgm:pt>
    <dgm:pt modelId="{628E2F86-85E4-46BC-9088-088D06CAA195}" type="parTrans" cxnId="{7EA6694E-758D-4147-A48C-19EA16826822}">
      <dgm:prSet/>
      <dgm:spPr/>
      <dgm:t>
        <a:bodyPr/>
        <a:lstStyle/>
        <a:p>
          <a:endParaRPr lang="en-US"/>
        </a:p>
      </dgm:t>
    </dgm:pt>
    <dgm:pt modelId="{7B5DF262-22C4-45BA-9C60-1E323EE9D97F}" type="sibTrans" cxnId="{7EA6694E-758D-4147-A48C-19EA16826822}">
      <dgm:prSet/>
      <dgm:spPr/>
      <dgm:t>
        <a:bodyPr/>
        <a:lstStyle/>
        <a:p>
          <a:endParaRPr lang="en-US"/>
        </a:p>
      </dgm:t>
    </dgm:pt>
    <dgm:pt modelId="{C51FC28A-C41A-4DE8-822D-B4C4F9D752D5}">
      <dgm:prSet/>
      <dgm:spPr/>
      <dgm:t>
        <a:bodyPr/>
        <a:lstStyle/>
        <a:p>
          <a:r>
            <a:rPr lang="en-US"/>
            <a:t>ISO/IEC 27001</a:t>
          </a:r>
        </a:p>
      </dgm:t>
    </dgm:pt>
    <dgm:pt modelId="{960F9BD6-C323-4DAC-A29B-8D8E4A484002}" type="parTrans" cxnId="{E4232B03-0BD9-4BAB-8AF4-86339DDF1A8A}">
      <dgm:prSet/>
      <dgm:spPr/>
      <dgm:t>
        <a:bodyPr/>
        <a:lstStyle/>
        <a:p>
          <a:endParaRPr lang="en-US"/>
        </a:p>
      </dgm:t>
    </dgm:pt>
    <dgm:pt modelId="{536A2C0B-0CE5-4D8D-94DB-4B8DA72291FD}" type="sibTrans" cxnId="{E4232B03-0BD9-4BAB-8AF4-86339DDF1A8A}">
      <dgm:prSet/>
      <dgm:spPr/>
      <dgm:t>
        <a:bodyPr/>
        <a:lstStyle/>
        <a:p>
          <a:endParaRPr lang="en-US"/>
        </a:p>
      </dgm:t>
    </dgm:pt>
    <dgm:pt modelId="{0DA7024C-9B3E-4061-B5D8-AF053FA0118A}">
      <dgm:prSet/>
      <dgm:spPr/>
      <dgm:t>
        <a:bodyPr/>
        <a:lstStyle/>
        <a:p>
          <a:r>
            <a:rPr lang="en-US"/>
            <a:t>Assists in implementing an organization-wide security strategy, including awareness training to prevent phishing attacks.</a:t>
          </a:r>
        </a:p>
      </dgm:t>
    </dgm:pt>
    <dgm:pt modelId="{35A108D4-9C77-4692-8D0E-E1BF40CA2043}" type="parTrans" cxnId="{288D7516-5A59-4041-8829-16A9A0F85471}">
      <dgm:prSet/>
      <dgm:spPr/>
      <dgm:t>
        <a:bodyPr/>
        <a:lstStyle/>
        <a:p>
          <a:endParaRPr lang="en-US"/>
        </a:p>
      </dgm:t>
    </dgm:pt>
    <dgm:pt modelId="{23B26065-493A-442C-B03A-3514D9EE1CC6}" type="sibTrans" cxnId="{288D7516-5A59-4041-8829-16A9A0F85471}">
      <dgm:prSet/>
      <dgm:spPr/>
      <dgm:t>
        <a:bodyPr/>
        <a:lstStyle/>
        <a:p>
          <a:endParaRPr lang="en-US"/>
        </a:p>
      </dgm:t>
    </dgm:pt>
    <dgm:pt modelId="{D2F4C089-11CC-4A1B-84F5-A4FF09E6AB0A}" type="pres">
      <dgm:prSet presAssocID="{D5E4AD03-FB4B-440D-A1A1-95EB299C8AC2}" presName="root" presStyleCnt="0">
        <dgm:presLayoutVars>
          <dgm:dir/>
          <dgm:resizeHandles val="exact"/>
        </dgm:presLayoutVars>
      </dgm:prSet>
      <dgm:spPr/>
    </dgm:pt>
    <dgm:pt modelId="{723D5BBD-3201-4ADD-8557-AF594B21E5A4}" type="pres">
      <dgm:prSet presAssocID="{C78DB39E-EE52-49E8-A615-B5CA10442319}" presName="compNode" presStyleCnt="0"/>
      <dgm:spPr/>
    </dgm:pt>
    <dgm:pt modelId="{FE6B566B-9775-4294-95B6-7CC64E691167}" type="pres">
      <dgm:prSet presAssocID="{C78DB39E-EE52-49E8-A615-B5CA10442319}" presName="bgRect" presStyleLbl="bgShp" presStyleIdx="0" presStyleCnt="3"/>
      <dgm:spPr/>
    </dgm:pt>
    <dgm:pt modelId="{211CE8AF-3392-4A8B-97E2-8A6BE0ED3182}" type="pres">
      <dgm:prSet presAssocID="{C78DB39E-EE52-49E8-A615-B5CA104423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6FCC17-A22F-4AB1-A255-A00A4626A541}" type="pres">
      <dgm:prSet presAssocID="{C78DB39E-EE52-49E8-A615-B5CA10442319}" presName="spaceRect" presStyleCnt="0"/>
      <dgm:spPr/>
    </dgm:pt>
    <dgm:pt modelId="{866BA196-4E4A-43D1-83E3-1D09464603C2}" type="pres">
      <dgm:prSet presAssocID="{C78DB39E-EE52-49E8-A615-B5CA10442319}" presName="parTx" presStyleLbl="revTx" presStyleIdx="0" presStyleCnt="6">
        <dgm:presLayoutVars>
          <dgm:chMax val="0"/>
          <dgm:chPref val="0"/>
        </dgm:presLayoutVars>
      </dgm:prSet>
      <dgm:spPr/>
    </dgm:pt>
    <dgm:pt modelId="{9D89E63A-EDFF-46DF-8374-337AE9F0E2FA}" type="pres">
      <dgm:prSet presAssocID="{C78DB39E-EE52-49E8-A615-B5CA10442319}" presName="desTx" presStyleLbl="revTx" presStyleIdx="1" presStyleCnt="6">
        <dgm:presLayoutVars/>
      </dgm:prSet>
      <dgm:spPr/>
    </dgm:pt>
    <dgm:pt modelId="{31505B10-0C4E-45EA-86FF-5C793D40518E}" type="pres">
      <dgm:prSet presAssocID="{5B232B91-FB83-4500-9652-4AA7CFA07748}" presName="sibTrans" presStyleCnt="0"/>
      <dgm:spPr/>
    </dgm:pt>
    <dgm:pt modelId="{8E42E333-FBA8-4694-8DBA-0E48BB28C6E2}" type="pres">
      <dgm:prSet presAssocID="{B15849D3-31DD-4785-9605-C164A8C0CF9E}" presName="compNode" presStyleCnt="0"/>
      <dgm:spPr/>
    </dgm:pt>
    <dgm:pt modelId="{BDCA61B9-0B45-48E3-BC0F-EE114BBCE092}" type="pres">
      <dgm:prSet presAssocID="{B15849D3-31DD-4785-9605-C164A8C0CF9E}" presName="bgRect" presStyleLbl="bgShp" presStyleIdx="1" presStyleCnt="3"/>
      <dgm:spPr/>
    </dgm:pt>
    <dgm:pt modelId="{F9211B64-EDCD-4693-BCE7-A1EC2242B67B}" type="pres">
      <dgm:prSet presAssocID="{B15849D3-31DD-4785-9605-C164A8C0CF9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5231D846-DC11-4B3A-8C43-F5E6E1EE6DD0}" type="pres">
      <dgm:prSet presAssocID="{B15849D3-31DD-4785-9605-C164A8C0CF9E}" presName="spaceRect" presStyleCnt="0"/>
      <dgm:spPr/>
    </dgm:pt>
    <dgm:pt modelId="{375BCC41-7926-47A0-B0DF-53EE065E0765}" type="pres">
      <dgm:prSet presAssocID="{B15849D3-31DD-4785-9605-C164A8C0CF9E}" presName="parTx" presStyleLbl="revTx" presStyleIdx="2" presStyleCnt="6">
        <dgm:presLayoutVars>
          <dgm:chMax val="0"/>
          <dgm:chPref val="0"/>
        </dgm:presLayoutVars>
      </dgm:prSet>
      <dgm:spPr/>
    </dgm:pt>
    <dgm:pt modelId="{6B8FD8CF-D0DF-4FE9-8F67-501725E8F7E7}" type="pres">
      <dgm:prSet presAssocID="{B15849D3-31DD-4785-9605-C164A8C0CF9E}" presName="desTx" presStyleLbl="revTx" presStyleIdx="3" presStyleCnt="6">
        <dgm:presLayoutVars/>
      </dgm:prSet>
      <dgm:spPr/>
    </dgm:pt>
    <dgm:pt modelId="{8BCB2B05-F534-46A7-8B39-7D0524937A0C}" type="pres">
      <dgm:prSet presAssocID="{2EB66C1A-2562-4AB1-9C3D-FE5AB2331FEA}" presName="sibTrans" presStyleCnt="0"/>
      <dgm:spPr/>
    </dgm:pt>
    <dgm:pt modelId="{60B5059A-9895-4FFC-B97A-2CF5E18A1C88}" type="pres">
      <dgm:prSet presAssocID="{C51FC28A-C41A-4DE8-822D-B4C4F9D752D5}" presName="compNode" presStyleCnt="0"/>
      <dgm:spPr/>
    </dgm:pt>
    <dgm:pt modelId="{0D741BC9-DFAF-43F5-BECA-761DF15FD81E}" type="pres">
      <dgm:prSet presAssocID="{C51FC28A-C41A-4DE8-822D-B4C4F9D752D5}" presName="bgRect" presStyleLbl="bgShp" presStyleIdx="2" presStyleCnt="3"/>
      <dgm:spPr/>
    </dgm:pt>
    <dgm:pt modelId="{FB3D0FB3-DB3A-48A2-8DA3-EE6C8E380AF5}" type="pres">
      <dgm:prSet presAssocID="{C51FC28A-C41A-4DE8-822D-B4C4F9D752D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096AD332-EA4D-4FD2-8EB5-8A6FBC948A11}" type="pres">
      <dgm:prSet presAssocID="{C51FC28A-C41A-4DE8-822D-B4C4F9D752D5}" presName="spaceRect" presStyleCnt="0"/>
      <dgm:spPr/>
    </dgm:pt>
    <dgm:pt modelId="{AC134A6B-E700-4037-8B6A-83B0A9225D77}" type="pres">
      <dgm:prSet presAssocID="{C51FC28A-C41A-4DE8-822D-B4C4F9D752D5}" presName="parTx" presStyleLbl="revTx" presStyleIdx="4" presStyleCnt="6">
        <dgm:presLayoutVars>
          <dgm:chMax val="0"/>
          <dgm:chPref val="0"/>
        </dgm:presLayoutVars>
      </dgm:prSet>
      <dgm:spPr/>
    </dgm:pt>
    <dgm:pt modelId="{87ED5233-8E94-4386-89A5-259D13CEB287}" type="pres">
      <dgm:prSet presAssocID="{C51FC28A-C41A-4DE8-822D-B4C4F9D752D5}" presName="desTx" presStyleLbl="revTx" presStyleIdx="5" presStyleCnt="6">
        <dgm:presLayoutVars/>
      </dgm:prSet>
      <dgm:spPr/>
    </dgm:pt>
  </dgm:ptLst>
  <dgm:cxnLst>
    <dgm:cxn modelId="{E4232B03-0BD9-4BAB-8AF4-86339DDF1A8A}" srcId="{D5E4AD03-FB4B-440D-A1A1-95EB299C8AC2}" destId="{C51FC28A-C41A-4DE8-822D-B4C4F9D752D5}" srcOrd="2" destOrd="0" parTransId="{960F9BD6-C323-4DAC-A29B-8D8E4A484002}" sibTransId="{536A2C0B-0CE5-4D8D-94DB-4B8DA72291FD}"/>
    <dgm:cxn modelId="{288D7516-5A59-4041-8829-16A9A0F85471}" srcId="{C51FC28A-C41A-4DE8-822D-B4C4F9D752D5}" destId="{0DA7024C-9B3E-4061-B5D8-AF053FA0118A}" srcOrd="0" destOrd="0" parTransId="{35A108D4-9C77-4692-8D0E-E1BF40CA2043}" sibTransId="{23B26065-493A-442C-B03A-3514D9EE1CC6}"/>
    <dgm:cxn modelId="{B0379721-D619-47EC-9D54-0D6634D56C38}" type="presOf" srcId="{D5E4AD03-FB4B-440D-A1A1-95EB299C8AC2}" destId="{D2F4C089-11CC-4A1B-84F5-A4FF09E6AB0A}" srcOrd="0" destOrd="0" presId="urn:microsoft.com/office/officeart/2018/2/layout/IconVerticalSolidList"/>
    <dgm:cxn modelId="{677A8422-4F8D-4307-94A2-C577FB220B90}" type="presOf" srcId="{0DA7024C-9B3E-4061-B5D8-AF053FA0118A}" destId="{87ED5233-8E94-4386-89A5-259D13CEB287}" srcOrd="0" destOrd="0" presId="urn:microsoft.com/office/officeart/2018/2/layout/IconVerticalSolidList"/>
    <dgm:cxn modelId="{420EB825-FE3A-4111-AFEE-C90BFE1015F0}" type="presOf" srcId="{C78DB39E-EE52-49E8-A615-B5CA10442319}" destId="{866BA196-4E4A-43D1-83E3-1D09464603C2}" srcOrd="0" destOrd="0" presId="urn:microsoft.com/office/officeart/2018/2/layout/IconVerticalSolidList"/>
    <dgm:cxn modelId="{54E3A834-6F4F-405A-9C4D-0FBBC1AC6508}" srcId="{D5E4AD03-FB4B-440D-A1A1-95EB299C8AC2}" destId="{C78DB39E-EE52-49E8-A615-B5CA10442319}" srcOrd="0" destOrd="0" parTransId="{B91EB58C-98FD-4261-AEA0-6B697B05344F}" sibTransId="{5B232B91-FB83-4500-9652-4AA7CFA07748}"/>
    <dgm:cxn modelId="{300E845B-914F-4968-8458-9B7F21E929DA}" srcId="{C78DB39E-EE52-49E8-A615-B5CA10442319}" destId="{A6835146-E3F5-405C-B133-BBBA6D0C9BC6}" srcOrd="0" destOrd="0" parTransId="{06B9665A-8620-4052-BF89-19ADB355298B}" sibTransId="{A0A89BCC-E4AF-4458-A2E2-FC1A5DB40DA0}"/>
    <dgm:cxn modelId="{E254DC60-1368-4E22-82A4-50B6C7847F6F}" type="presOf" srcId="{A6835146-E3F5-405C-B133-BBBA6D0C9BC6}" destId="{9D89E63A-EDFF-46DF-8374-337AE9F0E2FA}" srcOrd="0" destOrd="0" presId="urn:microsoft.com/office/officeart/2018/2/layout/IconVerticalSolidList"/>
    <dgm:cxn modelId="{C83F1447-1923-4612-8194-3D53C13ABD0A}" srcId="{D5E4AD03-FB4B-440D-A1A1-95EB299C8AC2}" destId="{B15849D3-31DD-4785-9605-C164A8C0CF9E}" srcOrd="1" destOrd="0" parTransId="{0CAA2FAF-06DD-4758-9837-34543DE6685B}" sibTransId="{2EB66C1A-2562-4AB1-9C3D-FE5AB2331FEA}"/>
    <dgm:cxn modelId="{7EA6694E-758D-4147-A48C-19EA16826822}" srcId="{B15849D3-31DD-4785-9605-C164A8C0CF9E}" destId="{C689116D-4A4B-421B-ACDB-79D275A6F9E8}" srcOrd="0" destOrd="0" parTransId="{628E2F86-85E4-46BC-9088-088D06CAA195}" sibTransId="{7B5DF262-22C4-45BA-9C60-1E323EE9D97F}"/>
    <dgm:cxn modelId="{488D9B74-58B3-48AE-A256-3AE56316156F}" type="presOf" srcId="{B15849D3-31DD-4785-9605-C164A8C0CF9E}" destId="{375BCC41-7926-47A0-B0DF-53EE065E0765}" srcOrd="0" destOrd="0" presId="urn:microsoft.com/office/officeart/2018/2/layout/IconVerticalSolidList"/>
    <dgm:cxn modelId="{CCF2A9C0-A2E6-4AD5-95B9-1F523FC9F7ED}" type="presOf" srcId="{C51FC28A-C41A-4DE8-822D-B4C4F9D752D5}" destId="{AC134A6B-E700-4037-8B6A-83B0A9225D77}" srcOrd="0" destOrd="0" presId="urn:microsoft.com/office/officeart/2018/2/layout/IconVerticalSolidList"/>
    <dgm:cxn modelId="{326E8BCD-12F5-4173-B90A-C2B27CDCBE71}" type="presOf" srcId="{C689116D-4A4B-421B-ACDB-79D275A6F9E8}" destId="{6B8FD8CF-D0DF-4FE9-8F67-501725E8F7E7}" srcOrd="0" destOrd="0" presId="urn:microsoft.com/office/officeart/2018/2/layout/IconVerticalSolidList"/>
    <dgm:cxn modelId="{0A0CDFBB-CFA5-492F-8173-B79D7432A0A6}" type="presParOf" srcId="{D2F4C089-11CC-4A1B-84F5-A4FF09E6AB0A}" destId="{723D5BBD-3201-4ADD-8557-AF594B21E5A4}" srcOrd="0" destOrd="0" presId="urn:microsoft.com/office/officeart/2018/2/layout/IconVerticalSolidList"/>
    <dgm:cxn modelId="{01042765-1EA7-407D-B3B3-E63A7240D4A2}" type="presParOf" srcId="{723D5BBD-3201-4ADD-8557-AF594B21E5A4}" destId="{FE6B566B-9775-4294-95B6-7CC64E691167}" srcOrd="0" destOrd="0" presId="urn:microsoft.com/office/officeart/2018/2/layout/IconVerticalSolidList"/>
    <dgm:cxn modelId="{9B7E0BA2-4EB8-4623-BB91-02EA121E0FF7}" type="presParOf" srcId="{723D5BBD-3201-4ADD-8557-AF594B21E5A4}" destId="{211CE8AF-3392-4A8B-97E2-8A6BE0ED3182}" srcOrd="1" destOrd="0" presId="urn:microsoft.com/office/officeart/2018/2/layout/IconVerticalSolidList"/>
    <dgm:cxn modelId="{F724B449-C232-4900-A9E6-575C2A9630F5}" type="presParOf" srcId="{723D5BBD-3201-4ADD-8557-AF594B21E5A4}" destId="{026FCC17-A22F-4AB1-A255-A00A4626A541}" srcOrd="2" destOrd="0" presId="urn:microsoft.com/office/officeart/2018/2/layout/IconVerticalSolidList"/>
    <dgm:cxn modelId="{6EFEA075-F8AA-44F0-9533-E2ED908B95B2}" type="presParOf" srcId="{723D5BBD-3201-4ADD-8557-AF594B21E5A4}" destId="{866BA196-4E4A-43D1-83E3-1D09464603C2}" srcOrd="3" destOrd="0" presId="urn:microsoft.com/office/officeart/2018/2/layout/IconVerticalSolidList"/>
    <dgm:cxn modelId="{47EC663B-ED2D-4CD8-9551-25950ED010C4}" type="presParOf" srcId="{723D5BBD-3201-4ADD-8557-AF594B21E5A4}" destId="{9D89E63A-EDFF-46DF-8374-337AE9F0E2FA}" srcOrd="4" destOrd="0" presId="urn:microsoft.com/office/officeart/2018/2/layout/IconVerticalSolidList"/>
    <dgm:cxn modelId="{70F8FC38-21D6-4F20-8D5E-B87D2B2E6924}" type="presParOf" srcId="{D2F4C089-11CC-4A1B-84F5-A4FF09E6AB0A}" destId="{31505B10-0C4E-45EA-86FF-5C793D40518E}" srcOrd="1" destOrd="0" presId="urn:microsoft.com/office/officeart/2018/2/layout/IconVerticalSolidList"/>
    <dgm:cxn modelId="{A2EDE241-8A2F-4967-B647-85A1228F71FA}" type="presParOf" srcId="{D2F4C089-11CC-4A1B-84F5-A4FF09E6AB0A}" destId="{8E42E333-FBA8-4694-8DBA-0E48BB28C6E2}" srcOrd="2" destOrd="0" presId="urn:microsoft.com/office/officeart/2018/2/layout/IconVerticalSolidList"/>
    <dgm:cxn modelId="{23CAB35B-1AC6-4D5D-A6F3-6B82719731A8}" type="presParOf" srcId="{8E42E333-FBA8-4694-8DBA-0E48BB28C6E2}" destId="{BDCA61B9-0B45-48E3-BC0F-EE114BBCE092}" srcOrd="0" destOrd="0" presId="urn:microsoft.com/office/officeart/2018/2/layout/IconVerticalSolidList"/>
    <dgm:cxn modelId="{5C29A011-3B32-421F-B15A-D51008437B33}" type="presParOf" srcId="{8E42E333-FBA8-4694-8DBA-0E48BB28C6E2}" destId="{F9211B64-EDCD-4693-BCE7-A1EC2242B67B}" srcOrd="1" destOrd="0" presId="urn:microsoft.com/office/officeart/2018/2/layout/IconVerticalSolidList"/>
    <dgm:cxn modelId="{4AD56E7A-FD30-4B20-933F-835E400EE56D}" type="presParOf" srcId="{8E42E333-FBA8-4694-8DBA-0E48BB28C6E2}" destId="{5231D846-DC11-4B3A-8C43-F5E6E1EE6DD0}" srcOrd="2" destOrd="0" presId="urn:microsoft.com/office/officeart/2018/2/layout/IconVerticalSolidList"/>
    <dgm:cxn modelId="{E2946733-D931-4AD2-B02D-A58540C9BC74}" type="presParOf" srcId="{8E42E333-FBA8-4694-8DBA-0E48BB28C6E2}" destId="{375BCC41-7926-47A0-B0DF-53EE065E0765}" srcOrd="3" destOrd="0" presId="urn:microsoft.com/office/officeart/2018/2/layout/IconVerticalSolidList"/>
    <dgm:cxn modelId="{E4AE792A-E036-4764-9AD1-0074B5B88DDD}" type="presParOf" srcId="{8E42E333-FBA8-4694-8DBA-0E48BB28C6E2}" destId="{6B8FD8CF-D0DF-4FE9-8F67-501725E8F7E7}" srcOrd="4" destOrd="0" presId="urn:microsoft.com/office/officeart/2018/2/layout/IconVerticalSolidList"/>
    <dgm:cxn modelId="{07D2139E-16D7-4ADC-83E3-48EEDD4D0750}" type="presParOf" srcId="{D2F4C089-11CC-4A1B-84F5-A4FF09E6AB0A}" destId="{8BCB2B05-F534-46A7-8B39-7D0524937A0C}" srcOrd="3" destOrd="0" presId="urn:microsoft.com/office/officeart/2018/2/layout/IconVerticalSolidList"/>
    <dgm:cxn modelId="{EFEFCF02-5709-46C0-8A0D-C2268BA129A8}" type="presParOf" srcId="{D2F4C089-11CC-4A1B-84F5-A4FF09E6AB0A}" destId="{60B5059A-9895-4FFC-B97A-2CF5E18A1C88}" srcOrd="4" destOrd="0" presId="urn:microsoft.com/office/officeart/2018/2/layout/IconVerticalSolidList"/>
    <dgm:cxn modelId="{6E7A4617-BD83-4D6D-A8E2-13DED5D386CE}" type="presParOf" srcId="{60B5059A-9895-4FFC-B97A-2CF5E18A1C88}" destId="{0D741BC9-DFAF-43F5-BECA-761DF15FD81E}" srcOrd="0" destOrd="0" presId="urn:microsoft.com/office/officeart/2018/2/layout/IconVerticalSolidList"/>
    <dgm:cxn modelId="{5DAC432D-3351-40EA-BD6E-90C33FEA1600}" type="presParOf" srcId="{60B5059A-9895-4FFC-B97A-2CF5E18A1C88}" destId="{FB3D0FB3-DB3A-48A2-8DA3-EE6C8E380AF5}" srcOrd="1" destOrd="0" presId="urn:microsoft.com/office/officeart/2018/2/layout/IconVerticalSolidList"/>
    <dgm:cxn modelId="{98C7EB67-90A6-4554-B747-DA28E2816944}" type="presParOf" srcId="{60B5059A-9895-4FFC-B97A-2CF5E18A1C88}" destId="{096AD332-EA4D-4FD2-8EB5-8A6FBC948A11}" srcOrd="2" destOrd="0" presId="urn:microsoft.com/office/officeart/2018/2/layout/IconVerticalSolidList"/>
    <dgm:cxn modelId="{F52A0515-6A5F-4CA0-9F65-51C5715FCF57}" type="presParOf" srcId="{60B5059A-9895-4FFC-B97A-2CF5E18A1C88}" destId="{AC134A6B-E700-4037-8B6A-83B0A9225D77}" srcOrd="3" destOrd="0" presId="urn:microsoft.com/office/officeart/2018/2/layout/IconVerticalSolidList"/>
    <dgm:cxn modelId="{F3B6FF5E-9061-4F00-9095-0EFECCF79CD9}" type="presParOf" srcId="{60B5059A-9895-4FFC-B97A-2CF5E18A1C88}" destId="{87ED5233-8E94-4386-89A5-259D13CEB28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1ACF30-ADF5-4A82-BEFD-420DDDB2390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E504DA-FBB1-483D-A4B7-7C4B438589B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</a:t>
          </a:r>
        </a:p>
      </dgm:t>
    </dgm:pt>
    <dgm:pt modelId="{52522069-0C99-4C2B-9E8E-8F2E5A4ABECD}" type="parTrans" cxnId="{2D362EB5-96C8-4D57-AD18-62063063FD1C}">
      <dgm:prSet/>
      <dgm:spPr/>
      <dgm:t>
        <a:bodyPr/>
        <a:lstStyle/>
        <a:p>
          <a:endParaRPr lang="en-US"/>
        </a:p>
      </dgm:t>
    </dgm:pt>
    <dgm:pt modelId="{41A346BC-C65D-4FB7-B154-CE723DD411BE}" type="sibTrans" cxnId="{2D362EB5-96C8-4D57-AD18-62063063FD1C}">
      <dgm:prSet/>
      <dgm:spPr/>
      <dgm:t>
        <a:bodyPr/>
        <a:lstStyle/>
        <a:p>
          <a:endParaRPr lang="en-US"/>
        </a:p>
      </dgm:t>
    </dgm:pt>
    <dgm:pt modelId="{1D2EEA76-A6BB-4613-9F04-66730EFCFDB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Protect</a:t>
          </a:r>
        </a:p>
      </dgm:t>
    </dgm:pt>
    <dgm:pt modelId="{5AADA671-13AA-4530-B2EB-DB7909C91AFC}" type="parTrans" cxnId="{A340CBB5-61BC-4F0D-B46B-F31B0C6B0CB6}">
      <dgm:prSet/>
      <dgm:spPr/>
      <dgm:t>
        <a:bodyPr/>
        <a:lstStyle/>
        <a:p>
          <a:endParaRPr lang="en-US"/>
        </a:p>
      </dgm:t>
    </dgm:pt>
    <dgm:pt modelId="{F5045D4F-841B-4A93-9963-7EDE1D6A2BE9}" type="sibTrans" cxnId="{A340CBB5-61BC-4F0D-B46B-F31B0C6B0CB6}">
      <dgm:prSet/>
      <dgm:spPr/>
      <dgm:t>
        <a:bodyPr/>
        <a:lstStyle/>
        <a:p>
          <a:endParaRPr lang="en-US"/>
        </a:p>
      </dgm:t>
    </dgm:pt>
    <dgm:pt modelId="{D5637B37-E82D-48A0-AB65-47ED2A740A7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Detect</a:t>
          </a:r>
        </a:p>
      </dgm:t>
    </dgm:pt>
    <dgm:pt modelId="{5B94F1B5-CE6F-4488-977A-99D56DCE6FDE}" type="parTrans" cxnId="{32F81E6A-E40E-4CCD-9E48-4AF65B0370BA}">
      <dgm:prSet/>
      <dgm:spPr/>
      <dgm:t>
        <a:bodyPr/>
        <a:lstStyle/>
        <a:p>
          <a:endParaRPr lang="en-US"/>
        </a:p>
      </dgm:t>
    </dgm:pt>
    <dgm:pt modelId="{063D563A-7155-4B5B-891C-DD4BF9F7E67D}" type="sibTrans" cxnId="{32F81E6A-E40E-4CCD-9E48-4AF65B0370BA}">
      <dgm:prSet/>
      <dgm:spPr/>
      <dgm:t>
        <a:bodyPr/>
        <a:lstStyle/>
        <a:p>
          <a:endParaRPr lang="en-US"/>
        </a:p>
      </dgm:t>
    </dgm:pt>
    <dgm:pt modelId="{3A23C41D-043C-4C25-AFD0-6B284127DB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Respond</a:t>
          </a:r>
        </a:p>
      </dgm:t>
    </dgm:pt>
    <dgm:pt modelId="{092C9BE4-41A3-4B94-9511-CCEBA4B6CC0F}" type="parTrans" cxnId="{6CADC677-123D-4706-AEB5-DFFA6225C6BA}">
      <dgm:prSet/>
      <dgm:spPr/>
      <dgm:t>
        <a:bodyPr/>
        <a:lstStyle/>
        <a:p>
          <a:endParaRPr lang="en-US"/>
        </a:p>
      </dgm:t>
    </dgm:pt>
    <dgm:pt modelId="{0D3B4894-6D1A-4BF3-9D32-180A7DF3DB6C}" type="sibTrans" cxnId="{6CADC677-123D-4706-AEB5-DFFA6225C6BA}">
      <dgm:prSet/>
      <dgm:spPr/>
      <dgm:t>
        <a:bodyPr/>
        <a:lstStyle/>
        <a:p>
          <a:endParaRPr lang="en-US"/>
        </a:p>
      </dgm:t>
    </dgm:pt>
    <dgm:pt modelId="{B42FE8B0-1EA5-4E06-92C1-770AB8257B2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Recover</a:t>
          </a:r>
        </a:p>
      </dgm:t>
    </dgm:pt>
    <dgm:pt modelId="{35A4898C-BD4D-4E2B-86C5-1C4531BE8FBB}" type="parTrans" cxnId="{21577820-E8F4-43A7-86FE-3DF087DE4CB0}">
      <dgm:prSet/>
      <dgm:spPr/>
      <dgm:t>
        <a:bodyPr/>
        <a:lstStyle/>
        <a:p>
          <a:endParaRPr lang="en-US"/>
        </a:p>
      </dgm:t>
    </dgm:pt>
    <dgm:pt modelId="{23E8D114-2A99-4955-BB56-AE82D3DC0303}" type="sibTrans" cxnId="{21577820-E8F4-43A7-86FE-3DF087DE4CB0}">
      <dgm:prSet/>
      <dgm:spPr/>
      <dgm:t>
        <a:bodyPr/>
        <a:lstStyle/>
        <a:p>
          <a:endParaRPr lang="en-US"/>
        </a:p>
      </dgm:t>
    </dgm:pt>
    <dgm:pt modelId="{43913FB3-F33E-4658-A4AF-0E81A1BBAA19}" type="pres">
      <dgm:prSet presAssocID="{171ACF30-ADF5-4A82-BEFD-420DDDB2390B}" presName="root" presStyleCnt="0">
        <dgm:presLayoutVars>
          <dgm:dir/>
          <dgm:resizeHandles val="exact"/>
        </dgm:presLayoutVars>
      </dgm:prSet>
      <dgm:spPr/>
    </dgm:pt>
    <dgm:pt modelId="{E787254B-FD75-487B-95CC-2EBE368338E4}" type="pres">
      <dgm:prSet presAssocID="{8FE504DA-FBB1-483D-A4B7-7C4B438589B1}" presName="compNode" presStyleCnt="0"/>
      <dgm:spPr/>
    </dgm:pt>
    <dgm:pt modelId="{69D994BE-3A73-4CA7-8D16-395B77483733}" type="pres">
      <dgm:prSet presAssocID="{8FE504DA-FBB1-483D-A4B7-7C4B438589B1}" presName="iconBgRect" presStyleLbl="bgShp" presStyleIdx="0" presStyleCnt="5"/>
      <dgm:spPr/>
    </dgm:pt>
    <dgm:pt modelId="{3EAEA13E-29C8-4C97-B36F-708F1D702C74}" type="pres">
      <dgm:prSet presAssocID="{8FE504DA-FBB1-483D-A4B7-7C4B438589B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C28F0D2-1161-4372-B85A-0F1D0DCEEE87}" type="pres">
      <dgm:prSet presAssocID="{8FE504DA-FBB1-483D-A4B7-7C4B438589B1}" presName="spaceRect" presStyleCnt="0"/>
      <dgm:spPr/>
    </dgm:pt>
    <dgm:pt modelId="{2993172B-D97C-4ECE-805A-24314E364F56}" type="pres">
      <dgm:prSet presAssocID="{8FE504DA-FBB1-483D-A4B7-7C4B438589B1}" presName="textRect" presStyleLbl="revTx" presStyleIdx="0" presStyleCnt="5">
        <dgm:presLayoutVars>
          <dgm:chMax val="1"/>
          <dgm:chPref val="1"/>
        </dgm:presLayoutVars>
      </dgm:prSet>
      <dgm:spPr/>
    </dgm:pt>
    <dgm:pt modelId="{1183721F-ABD2-4D19-A1D0-E18B257C982F}" type="pres">
      <dgm:prSet presAssocID="{41A346BC-C65D-4FB7-B154-CE723DD411BE}" presName="sibTrans" presStyleCnt="0"/>
      <dgm:spPr/>
    </dgm:pt>
    <dgm:pt modelId="{4D874668-10FA-458C-A47E-BE5311D49DBD}" type="pres">
      <dgm:prSet presAssocID="{1D2EEA76-A6BB-4613-9F04-66730EFCFDBF}" presName="compNode" presStyleCnt="0"/>
      <dgm:spPr/>
    </dgm:pt>
    <dgm:pt modelId="{9672917D-2754-4188-B23F-C4E299D52416}" type="pres">
      <dgm:prSet presAssocID="{1D2EEA76-A6BB-4613-9F04-66730EFCFDBF}" presName="iconBgRect" presStyleLbl="bgShp" presStyleIdx="1" presStyleCnt="5"/>
      <dgm:spPr/>
    </dgm:pt>
    <dgm:pt modelId="{7180DF3D-05CD-4669-8BC2-5F107B530BD4}" type="pres">
      <dgm:prSet presAssocID="{1D2EEA76-A6BB-4613-9F04-66730EFCFDB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EE65FE5-9E5A-4E05-8242-6A4E53D0BF50}" type="pres">
      <dgm:prSet presAssocID="{1D2EEA76-A6BB-4613-9F04-66730EFCFDBF}" presName="spaceRect" presStyleCnt="0"/>
      <dgm:spPr/>
    </dgm:pt>
    <dgm:pt modelId="{D83A30D5-0B92-43B8-9BAE-6C6C793C9B4E}" type="pres">
      <dgm:prSet presAssocID="{1D2EEA76-A6BB-4613-9F04-66730EFCFDBF}" presName="textRect" presStyleLbl="revTx" presStyleIdx="1" presStyleCnt="5">
        <dgm:presLayoutVars>
          <dgm:chMax val="1"/>
          <dgm:chPref val="1"/>
        </dgm:presLayoutVars>
      </dgm:prSet>
      <dgm:spPr/>
    </dgm:pt>
    <dgm:pt modelId="{21AE6D02-C01C-4967-8DE3-786FDCFC5113}" type="pres">
      <dgm:prSet presAssocID="{F5045D4F-841B-4A93-9963-7EDE1D6A2BE9}" presName="sibTrans" presStyleCnt="0"/>
      <dgm:spPr/>
    </dgm:pt>
    <dgm:pt modelId="{0BEFEB88-25DE-4B1E-9E14-D1D8038FC4A8}" type="pres">
      <dgm:prSet presAssocID="{D5637B37-E82D-48A0-AB65-47ED2A740A7C}" presName="compNode" presStyleCnt="0"/>
      <dgm:spPr/>
    </dgm:pt>
    <dgm:pt modelId="{28B57B7A-A55C-4FDB-8E55-CB417938E3E3}" type="pres">
      <dgm:prSet presAssocID="{D5637B37-E82D-48A0-AB65-47ED2A740A7C}" presName="iconBgRect" presStyleLbl="bgShp" presStyleIdx="2" presStyleCnt="5"/>
      <dgm:spPr/>
    </dgm:pt>
    <dgm:pt modelId="{50DAA871-601F-4763-88D7-8DDF23EE1E7D}" type="pres">
      <dgm:prSet presAssocID="{D5637B37-E82D-48A0-AB65-47ED2A740A7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50EC69C0-00EB-4435-A3B3-A1B077EE402E}" type="pres">
      <dgm:prSet presAssocID="{D5637B37-E82D-48A0-AB65-47ED2A740A7C}" presName="spaceRect" presStyleCnt="0"/>
      <dgm:spPr/>
    </dgm:pt>
    <dgm:pt modelId="{2912B7A9-BB80-42E8-A12F-0E8F0A96A82D}" type="pres">
      <dgm:prSet presAssocID="{D5637B37-E82D-48A0-AB65-47ED2A740A7C}" presName="textRect" presStyleLbl="revTx" presStyleIdx="2" presStyleCnt="5">
        <dgm:presLayoutVars>
          <dgm:chMax val="1"/>
          <dgm:chPref val="1"/>
        </dgm:presLayoutVars>
      </dgm:prSet>
      <dgm:spPr/>
    </dgm:pt>
    <dgm:pt modelId="{E3B379EA-5240-485A-BF7A-7EDF39FADE7B}" type="pres">
      <dgm:prSet presAssocID="{063D563A-7155-4B5B-891C-DD4BF9F7E67D}" presName="sibTrans" presStyleCnt="0"/>
      <dgm:spPr/>
    </dgm:pt>
    <dgm:pt modelId="{2841EF93-33C5-43A1-A89F-091F89FC2B05}" type="pres">
      <dgm:prSet presAssocID="{3A23C41D-043C-4C25-AFD0-6B284127DB29}" presName="compNode" presStyleCnt="0"/>
      <dgm:spPr/>
    </dgm:pt>
    <dgm:pt modelId="{EF6883CD-A70F-4C44-B1BE-717270BEA17E}" type="pres">
      <dgm:prSet presAssocID="{3A23C41D-043C-4C25-AFD0-6B284127DB29}" presName="iconBgRect" presStyleLbl="bgShp" presStyleIdx="3" presStyleCnt="5"/>
      <dgm:spPr/>
    </dgm:pt>
    <dgm:pt modelId="{29012C1B-54E8-4BA2-9E2D-D4B929BB882A}" type="pres">
      <dgm:prSet presAssocID="{3A23C41D-043C-4C25-AFD0-6B284127DB2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77773B94-FA74-4E2E-B0B0-B0CF38C0D581}" type="pres">
      <dgm:prSet presAssocID="{3A23C41D-043C-4C25-AFD0-6B284127DB29}" presName="spaceRect" presStyleCnt="0"/>
      <dgm:spPr/>
    </dgm:pt>
    <dgm:pt modelId="{242901B8-5832-43B4-92C3-86859CBC1547}" type="pres">
      <dgm:prSet presAssocID="{3A23C41D-043C-4C25-AFD0-6B284127DB29}" presName="textRect" presStyleLbl="revTx" presStyleIdx="3" presStyleCnt="5">
        <dgm:presLayoutVars>
          <dgm:chMax val="1"/>
          <dgm:chPref val="1"/>
        </dgm:presLayoutVars>
      </dgm:prSet>
      <dgm:spPr/>
    </dgm:pt>
    <dgm:pt modelId="{365E9F6E-EBCA-4B2F-903C-1EDBEE2A9C6F}" type="pres">
      <dgm:prSet presAssocID="{0D3B4894-6D1A-4BF3-9D32-180A7DF3DB6C}" presName="sibTrans" presStyleCnt="0"/>
      <dgm:spPr/>
    </dgm:pt>
    <dgm:pt modelId="{362AA724-1E1A-466F-BC7B-09278D6D523E}" type="pres">
      <dgm:prSet presAssocID="{B42FE8B0-1EA5-4E06-92C1-770AB8257B22}" presName="compNode" presStyleCnt="0"/>
      <dgm:spPr/>
    </dgm:pt>
    <dgm:pt modelId="{F08E3330-CA13-4EDA-B47E-7B8820C76654}" type="pres">
      <dgm:prSet presAssocID="{B42FE8B0-1EA5-4E06-92C1-770AB8257B22}" presName="iconBgRect" presStyleLbl="bgShp" presStyleIdx="4" presStyleCnt="5"/>
      <dgm:spPr/>
    </dgm:pt>
    <dgm:pt modelId="{580CF3B7-E8C9-40C4-87CA-8755A410BA21}" type="pres">
      <dgm:prSet presAssocID="{B42FE8B0-1EA5-4E06-92C1-770AB8257B2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9EAB99C9-1DBE-46B0-BD2E-C6247ECC0870}" type="pres">
      <dgm:prSet presAssocID="{B42FE8B0-1EA5-4E06-92C1-770AB8257B22}" presName="spaceRect" presStyleCnt="0"/>
      <dgm:spPr/>
    </dgm:pt>
    <dgm:pt modelId="{DA7AE32A-D4B8-4769-8707-7FDA1E95152C}" type="pres">
      <dgm:prSet presAssocID="{B42FE8B0-1EA5-4E06-92C1-770AB8257B2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73B771E-72BF-4E48-9CA3-DEC47019A8E2}" type="presOf" srcId="{3A23C41D-043C-4C25-AFD0-6B284127DB29}" destId="{242901B8-5832-43B4-92C3-86859CBC1547}" srcOrd="0" destOrd="0" presId="urn:microsoft.com/office/officeart/2018/5/layout/IconCircleLabelList"/>
    <dgm:cxn modelId="{21577820-E8F4-43A7-86FE-3DF087DE4CB0}" srcId="{171ACF30-ADF5-4A82-BEFD-420DDDB2390B}" destId="{B42FE8B0-1EA5-4E06-92C1-770AB8257B22}" srcOrd="4" destOrd="0" parTransId="{35A4898C-BD4D-4E2B-86C5-1C4531BE8FBB}" sibTransId="{23E8D114-2A99-4955-BB56-AE82D3DC0303}"/>
    <dgm:cxn modelId="{455B8D43-B055-4446-931E-D17016D41C68}" type="presOf" srcId="{1D2EEA76-A6BB-4613-9F04-66730EFCFDBF}" destId="{D83A30D5-0B92-43B8-9BAE-6C6C793C9B4E}" srcOrd="0" destOrd="0" presId="urn:microsoft.com/office/officeart/2018/5/layout/IconCircleLabelList"/>
    <dgm:cxn modelId="{32F81E6A-E40E-4CCD-9E48-4AF65B0370BA}" srcId="{171ACF30-ADF5-4A82-BEFD-420DDDB2390B}" destId="{D5637B37-E82D-48A0-AB65-47ED2A740A7C}" srcOrd="2" destOrd="0" parTransId="{5B94F1B5-CE6F-4488-977A-99D56DCE6FDE}" sibTransId="{063D563A-7155-4B5B-891C-DD4BF9F7E67D}"/>
    <dgm:cxn modelId="{55C9DB76-7581-4F14-A90D-1B7200897CE7}" type="presOf" srcId="{8FE504DA-FBB1-483D-A4B7-7C4B438589B1}" destId="{2993172B-D97C-4ECE-805A-24314E364F56}" srcOrd="0" destOrd="0" presId="urn:microsoft.com/office/officeart/2018/5/layout/IconCircleLabelList"/>
    <dgm:cxn modelId="{6CADC677-123D-4706-AEB5-DFFA6225C6BA}" srcId="{171ACF30-ADF5-4A82-BEFD-420DDDB2390B}" destId="{3A23C41D-043C-4C25-AFD0-6B284127DB29}" srcOrd="3" destOrd="0" parTransId="{092C9BE4-41A3-4B94-9511-CCEBA4B6CC0F}" sibTransId="{0D3B4894-6D1A-4BF3-9D32-180A7DF3DB6C}"/>
    <dgm:cxn modelId="{DA314381-A359-4306-BA16-65D3B69D3301}" type="presOf" srcId="{D5637B37-E82D-48A0-AB65-47ED2A740A7C}" destId="{2912B7A9-BB80-42E8-A12F-0E8F0A96A82D}" srcOrd="0" destOrd="0" presId="urn:microsoft.com/office/officeart/2018/5/layout/IconCircleLabelList"/>
    <dgm:cxn modelId="{2D362EB5-96C8-4D57-AD18-62063063FD1C}" srcId="{171ACF30-ADF5-4A82-BEFD-420DDDB2390B}" destId="{8FE504DA-FBB1-483D-A4B7-7C4B438589B1}" srcOrd="0" destOrd="0" parTransId="{52522069-0C99-4C2B-9E8E-8F2E5A4ABECD}" sibTransId="{41A346BC-C65D-4FB7-B154-CE723DD411BE}"/>
    <dgm:cxn modelId="{A340CBB5-61BC-4F0D-B46B-F31B0C6B0CB6}" srcId="{171ACF30-ADF5-4A82-BEFD-420DDDB2390B}" destId="{1D2EEA76-A6BB-4613-9F04-66730EFCFDBF}" srcOrd="1" destOrd="0" parTransId="{5AADA671-13AA-4530-B2EB-DB7909C91AFC}" sibTransId="{F5045D4F-841B-4A93-9963-7EDE1D6A2BE9}"/>
    <dgm:cxn modelId="{701E1FDF-0642-4779-AAD0-83138D5F6E41}" type="presOf" srcId="{171ACF30-ADF5-4A82-BEFD-420DDDB2390B}" destId="{43913FB3-F33E-4658-A4AF-0E81A1BBAA19}" srcOrd="0" destOrd="0" presId="urn:microsoft.com/office/officeart/2018/5/layout/IconCircleLabelList"/>
    <dgm:cxn modelId="{567BCDF3-BAD5-473A-851E-0F3CCAA254FB}" type="presOf" srcId="{B42FE8B0-1EA5-4E06-92C1-770AB8257B22}" destId="{DA7AE32A-D4B8-4769-8707-7FDA1E95152C}" srcOrd="0" destOrd="0" presId="urn:microsoft.com/office/officeart/2018/5/layout/IconCircleLabelList"/>
    <dgm:cxn modelId="{D48FE8A0-648B-429B-A1FC-DEEC521357CB}" type="presParOf" srcId="{43913FB3-F33E-4658-A4AF-0E81A1BBAA19}" destId="{E787254B-FD75-487B-95CC-2EBE368338E4}" srcOrd="0" destOrd="0" presId="urn:microsoft.com/office/officeart/2018/5/layout/IconCircleLabelList"/>
    <dgm:cxn modelId="{72D0F0FF-C7DF-4895-BC35-B8E95673CBCF}" type="presParOf" srcId="{E787254B-FD75-487B-95CC-2EBE368338E4}" destId="{69D994BE-3A73-4CA7-8D16-395B77483733}" srcOrd="0" destOrd="0" presId="urn:microsoft.com/office/officeart/2018/5/layout/IconCircleLabelList"/>
    <dgm:cxn modelId="{2A816CA1-54DF-4443-9761-94F877CF995C}" type="presParOf" srcId="{E787254B-FD75-487B-95CC-2EBE368338E4}" destId="{3EAEA13E-29C8-4C97-B36F-708F1D702C74}" srcOrd="1" destOrd="0" presId="urn:microsoft.com/office/officeart/2018/5/layout/IconCircleLabelList"/>
    <dgm:cxn modelId="{0BE31734-2C02-4E0A-B1E4-5B90D1858A1B}" type="presParOf" srcId="{E787254B-FD75-487B-95CC-2EBE368338E4}" destId="{BC28F0D2-1161-4372-B85A-0F1D0DCEEE87}" srcOrd="2" destOrd="0" presId="urn:microsoft.com/office/officeart/2018/5/layout/IconCircleLabelList"/>
    <dgm:cxn modelId="{156DA4B0-DB17-46BF-B555-2A60B9B1D00E}" type="presParOf" srcId="{E787254B-FD75-487B-95CC-2EBE368338E4}" destId="{2993172B-D97C-4ECE-805A-24314E364F56}" srcOrd="3" destOrd="0" presId="urn:microsoft.com/office/officeart/2018/5/layout/IconCircleLabelList"/>
    <dgm:cxn modelId="{8CB3D7B0-08D2-42A3-88A5-AFCC49FD1768}" type="presParOf" srcId="{43913FB3-F33E-4658-A4AF-0E81A1BBAA19}" destId="{1183721F-ABD2-4D19-A1D0-E18B257C982F}" srcOrd="1" destOrd="0" presId="urn:microsoft.com/office/officeart/2018/5/layout/IconCircleLabelList"/>
    <dgm:cxn modelId="{99DB4038-1310-404F-BF6B-C73DA8F79FB2}" type="presParOf" srcId="{43913FB3-F33E-4658-A4AF-0E81A1BBAA19}" destId="{4D874668-10FA-458C-A47E-BE5311D49DBD}" srcOrd="2" destOrd="0" presId="urn:microsoft.com/office/officeart/2018/5/layout/IconCircleLabelList"/>
    <dgm:cxn modelId="{C4F386D4-2D39-4ACC-AE06-7EA803B0CBA0}" type="presParOf" srcId="{4D874668-10FA-458C-A47E-BE5311D49DBD}" destId="{9672917D-2754-4188-B23F-C4E299D52416}" srcOrd="0" destOrd="0" presId="urn:microsoft.com/office/officeart/2018/5/layout/IconCircleLabelList"/>
    <dgm:cxn modelId="{B5C094FC-FFFF-45B3-824F-8B761817C43C}" type="presParOf" srcId="{4D874668-10FA-458C-A47E-BE5311D49DBD}" destId="{7180DF3D-05CD-4669-8BC2-5F107B530BD4}" srcOrd="1" destOrd="0" presId="urn:microsoft.com/office/officeart/2018/5/layout/IconCircleLabelList"/>
    <dgm:cxn modelId="{13E7735D-77C2-4166-A67F-149B7C9757C4}" type="presParOf" srcId="{4D874668-10FA-458C-A47E-BE5311D49DBD}" destId="{FEE65FE5-9E5A-4E05-8242-6A4E53D0BF50}" srcOrd="2" destOrd="0" presId="urn:microsoft.com/office/officeart/2018/5/layout/IconCircleLabelList"/>
    <dgm:cxn modelId="{545C9AA5-D963-43AD-BEE4-259E9AD3ABF4}" type="presParOf" srcId="{4D874668-10FA-458C-A47E-BE5311D49DBD}" destId="{D83A30D5-0B92-43B8-9BAE-6C6C793C9B4E}" srcOrd="3" destOrd="0" presId="urn:microsoft.com/office/officeart/2018/5/layout/IconCircleLabelList"/>
    <dgm:cxn modelId="{AC1AA4EA-859E-47D9-AA70-00A3C30A8477}" type="presParOf" srcId="{43913FB3-F33E-4658-A4AF-0E81A1BBAA19}" destId="{21AE6D02-C01C-4967-8DE3-786FDCFC5113}" srcOrd="3" destOrd="0" presId="urn:microsoft.com/office/officeart/2018/5/layout/IconCircleLabelList"/>
    <dgm:cxn modelId="{DFB8FECF-58DE-4215-AE49-06E5AE86AF82}" type="presParOf" srcId="{43913FB3-F33E-4658-A4AF-0E81A1BBAA19}" destId="{0BEFEB88-25DE-4B1E-9E14-D1D8038FC4A8}" srcOrd="4" destOrd="0" presId="urn:microsoft.com/office/officeart/2018/5/layout/IconCircleLabelList"/>
    <dgm:cxn modelId="{880920B8-1487-420E-80E3-3FBAA8ABDDB1}" type="presParOf" srcId="{0BEFEB88-25DE-4B1E-9E14-D1D8038FC4A8}" destId="{28B57B7A-A55C-4FDB-8E55-CB417938E3E3}" srcOrd="0" destOrd="0" presId="urn:microsoft.com/office/officeart/2018/5/layout/IconCircleLabelList"/>
    <dgm:cxn modelId="{CA563702-A5DF-444B-A0C5-EB607F887206}" type="presParOf" srcId="{0BEFEB88-25DE-4B1E-9E14-D1D8038FC4A8}" destId="{50DAA871-601F-4763-88D7-8DDF23EE1E7D}" srcOrd="1" destOrd="0" presId="urn:microsoft.com/office/officeart/2018/5/layout/IconCircleLabelList"/>
    <dgm:cxn modelId="{7F72D0AE-F081-4261-ADFE-9D1275D5DFE7}" type="presParOf" srcId="{0BEFEB88-25DE-4B1E-9E14-D1D8038FC4A8}" destId="{50EC69C0-00EB-4435-A3B3-A1B077EE402E}" srcOrd="2" destOrd="0" presId="urn:microsoft.com/office/officeart/2018/5/layout/IconCircleLabelList"/>
    <dgm:cxn modelId="{5D8617B2-8BC0-4B52-8FB2-BFDA15664AC3}" type="presParOf" srcId="{0BEFEB88-25DE-4B1E-9E14-D1D8038FC4A8}" destId="{2912B7A9-BB80-42E8-A12F-0E8F0A96A82D}" srcOrd="3" destOrd="0" presId="urn:microsoft.com/office/officeart/2018/5/layout/IconCircleLabelList"/>
    <dgm:cxn modelId="{0F17B875-15EA-4DEF-A427-71AE24D6C9BF}" type="presParOf" srcId="{43913FB3-F33E-4658-A4AF-0E81A1BBAA19}" destId="{E3B379EA-5240-485A-BF7A-7EDF39FADE7B}" srcOrd="5" destOrd="0" presId="urn:microsoft.com/office/officeart/2018/5/layout/IconCircleLabelList"/>
    <dgm:cxn modelId="{A6151518-79CD-4638-84C1-C226D80BC71B}" type="presParOf" srcId="{43913FB3-F33E-4658-A4AF-0E81A1BBAA19}" destId="{2841EF93-33C5-43A1-A89F-091F89FC2B05}" srcOrd="6" destOrd="0" presId="urn:microsoft.com/office/officeart/2018/5/layout/IconCircleLabelList"/>
    <dgm:cxn modelId="{A997B554-67F3-48E5-A1DB-21D74E6EDAF9}" type="presParOf" srcId="{2841EF93-33C5-43A1-A89F-091F89FC2B05}" destId="{EF6883CD-A70F-4C44-B1BE-717270BEA17E}" srcOrd="0" destOrd="0" presId="urn:microsoft.com/office/officeart/2018/5/layout/IconCircleLabelList"/>
    <dgm:cxn modelId="{62009E3F-E3B0-4FDF-9395-EAECBD9D0B7D}" type="presParOf" srcId="{2841EF93-33C5-43A1-A89F-091F89FC2B05}" destId="{29012C1B-54E8-4BA2-9E2D-D4B929BB882A}" srcOrd="1" destOrd="0" presId="urn:microsoft.com/office/officeart/2018/5/layout/IconCircleLabelList"/>
    <dgm:cxn modelId="{4C5E62F5-8072-434E-82F5-FE1C79893D07}" type="presParOf" srcId="{2841EF93-33C5-43A1-A89F-091F89FC2B05}" destId="{77773B94-FA74-4E2E-B0B0-B0CF38C0D581}" srcOrd="2" destOrd="0" presId="urn:microsoft.com/office/officeart/2018/5/layout/IconCircleLabelList"/>
    <dgm:cxn modelId="{91710E3A-72F0-498A-B851-A01578457093}" type="presParOf" srcId="{2841EF93-33C5-43A1-A89F-091F89FC2B05}" destId="{242901B8-5832-43B4-92C3-86859CBC1547}" srcOrd="3" destOrd="0" presId="urn:microsoft.com/office/officeart/2018/5/layout/IconCircleLabelList"/>
    <dgm:cxn modelId="{7BB817AB-4CEC-42BE-BDC7-7C8762BE501E}" type="presParOf" srcId="{43913FB3-F33E-4658-A4AF-0E81A1BBAA19}" destId="{365E9F6E-EBCA-4B2F-903C-1EDBEE2A9C6F}" srcOrd="7" destOrd="0" presId="urn:microsoft.com/office/officeart/2018/5/layout/IconCircleLabelList"/>
    <dgm:cxn modelId="{C20A9881-795E-4AEF-841C-201495022080}" type="presParOf" srcId="{43913FB3-F33E-4658-A4AF-0E81A1BBAA19}" destId="{362AA724-1E1A-466F-BC7B-09278D6D523E}" srcOrd="8" destOrd="0" presId="urn:microsoft.com/office/officeart/2018/5/layout/IconCircleLabelList"/>
    <dgm:cxn modelId="{30C4D524-B9BE-44B1-9316-01BD7AAB8FF5}" type="presParOf" srcId="{362AA724-1E1A-466F-BC7B-09278D6D523E}" destId="{F08E3330-CA13-4EDA-B47E-7B8820C76654}" srcOrd="0" destOrd="0" presId="urn:microsoft.com/office/officeart/2018/5/layout/IconCircleLabelList"/>
    <dgm:cxn modelId="{50D03101-A657-400C-B1E7-9F8A71911DCC}" type="presParOf" srcId="{362AA724-1E1A-466F-BC7B-09278D6D523E}" destId="{580CF3B7-E8C9-40C4-87CA-8755A410BA21}" srcOrd="1" destOrd="0" presId="urn:microsoft.com/office/officeart/2018/5/layout/IconCircleLabelList"/>
    <dgm:cxn modelId="{440CB8D0-A0A6-49DB-8B93-F2BFC57A47E8}" type="presParOf" srcId="{362AA724-1E1A-466F-BC7B-09278D6D523E}" destId="{9EAB99C9-1DBE-46B0-BD2E-C6247ECC0870}" srcOrd="2" destOrd="0" presId="urn:microsoft.com/office/officeart/2018/5/layout/IconCircleLabelList"/>
    <dgm:cxn modelId="{194002E4-C6BC-48C8-BDEC-062E28FD85BC}" type="presParOf" srcId="{362AA724-1E1A-466F-BC7B-09278D6D523E}" destId="{DA7AE32A-D4B8-4769-8707-7FDA1E95152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D4BAF60-5251-4C2F-99D2-55A6B2E028D0}" type="doc">
      <dgm:prSet loTypeId="urn:microsoft.com/office/officeart/2005/8/layout/matrix3" loCatId="matrix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5622E9-3DE4-4870-BCF4-9A0018A1344B}">
      <dgm:prSet/>
      <dgm:spPr/>
      <dgm:t>
        <a:bodyPr/>
        <a:lstStyle/>
        <a:p>
          <a:r>
            <a:rPr lang="en-US"/>
            <a:t>Maps MetaStealer's attack chain precisely</a:t>
          </a:r>
        </a:p>
      </dgm:t>
    </dgm:pt>
    <dgm:pt modelId="{A23A16BF-0D0F-44EE-BA04-8023AFE7BBED}" type="parTrans" cxnId="{67764A5C-ECCD-478F-9D6B-BDE528AE99C1}">
      <dgm:prSet/>
      <dgm:spPr/>
      <dgm:t>
        <a:bodyPr/>
        <a:lstStyle/>
        <a:p>
          <a:endParaRPr lang="en-US"/>
        </a:p>
      </dgm:t>
    </dgm:pt>
    <dgm:pt modelId="{BB84CA10-B092-4F27-92EC-3398E6001393}" type="sibTrans" cxnId="{67764A5C-ECCD-478F-9D6B-BDE528AE99C1}">
      <dgm:prSet/>
      <dgm:spPr/>
      <dgm:t>
        <a:bodyPr/>
        <a:lstStyle/>
        <a:p>
          <a:endParaRPr lang="en-US"/>
        </a:p>
      </dgm:t>
    </dgm:pt>
    <dgm:pt modelId="{001690A9-D743-4795-B0E3-DCC2FC460A2F}">
      <dgm:prSet/>
      <dgm:spPr/>
      <dgm:t>
        <a:bodyPr/>
        <a:lstStyle/>
        <a:p>
          <a:r>
            <a:rPr lang="en-US"/>
            <a:t>Improves threat detection</a:t>
          </a:r>
        </a:p>
      </dgm:t>
    </dgm:pt>
    <dgm:pt modelId="{A0717751-66BC-41D9-8019-DCF1AE4D94A3}" type="parTrans" cxnId="{B50E1865-7B10-417C-9174-3EB58B91DF3F}">
      <dgm:prSet/>
      <dgm:spPr/>
      <dgm:t>
        <a:bodyPr/>
        <a:lstStyle/>
        <a:p>
          <a:endParaRPr lang="en-US"/>
        </a:p>
      </dgm:t>
    </dgm:pt>
    <dgm:pt modelId="{65D2A9EF-02BF-4178-A49C-4CC959D66DC7}" type="sibTrans" cxnId="{B50E1865-7B10-417C-9174-3EB58B91DF3F}">
      <dgm:prSet/>
      <dgm:spPr/>
      <dgm:t>
        <a:bodyPr/>
        <a:lstStyle/>
        <a:p>
          <a:endParaRPr lang="en-US"/>
        </a:p>
      </dgm:t>
    </dgm:pt>
    <dgm:pt modelId="{63B2510E-493A-4853-AF25-73535E34CEE4}">
      <dgm:prSet/>
      <dgm:spPr/>
      <dgm:t>
        <a:bodyPr/>
        <a:lstStyle/>
        <a:p>
          <a:r>
            <a:rPr lang="en-US"/>
            <a:t>Enables proactive threat hunting</a:t>
          </a:r>
        </a:p>
      </dgm:t>
    </dgm:pt>
    <dgm:pt modelId="{16D86406-5FD9-42A6-B454-E9441F93062B}" type="parTrans" cxnId="{AAB23786-D35E-43E3-B6ED-641FDFA92AC1}">
      <dgm:prSet/>
      <dgm:spPr/>
      <dgm:t>
        <a:bodyPr/>
        <a:lstStyle/>
        <a:p>
          <a:endParaRPr lang="en-US"/>
        </a:p>
      </dgm:t>
    </dgm:pt>
    <dgm:pt modelId="{AF0B4195-934E-4DD4-A3D1-2E0B3F06696B}" type="sibTrans" cxnId="{AAB23786-D35E-43E3-B6ED-641FDFA92AC1}">
      <dgm:prSet/>
      <dgm:spPr/>
      <dgm:t>
        <a:bodyPr/>
        <a:lstStyle/>
        <a:p>
          <a:endParaRPr lang="en-US"/>
        </a:p>
      </dgm:t>
    </dgm:pt>
    <dgm:pt modelId="{CB3A9DBB-B7A7-4072-9E4A-48AC96CC6193}">
      <dgm:prSet/>
      <dgm:spPr/>
      <dgm:t>
        <a:bodyPr/>
        <a:lstStyle/>
        <a:p>
          <a:r>
            <a:rPr lang="en-US"/>
            <a:t>Supports behavior-based defense</a:t>
          </a:r>
        </a:p>
      </dgm:t>
    </dgm:pt>
    <dgm:pt modelId="{E2F2D68E-60E6-44BC-8AB1-F50D56C04A9B}" type="parTrans" cxnId="{6940C542-BD41-46B2-BF4B-4D6AD4566EA5}">
      <dgm:prSet/>
      <dgm:spPr/>
      <dgm:t>
        <a:bodyPr/>
        <a:lstStyle/>
        <a:p>
          <a:endParaRPr lang="en-US"/>
        </a:p>
      </dgm:t>
    </dgm:pt>
    <dgm:pt modelId="{7F01EF2C-E0AF-4012-BE7B-447AC6F78B51}" type="sibTrans" cxnId="{6940C542-BD41-46B2-BF4B-4D6AD4566EA5}">
      <dgm:prSet/>
      <dgm:spPr/>
      <dgm:t>
        <a:bodyPr/>
        <a:lstStyle/>
        <a:p>
          <a:endParaRPr lang="en-US"/>
        </a:p>
      </dgm:t>
    </dgm:pt>
    <dgm:pt modelId="{EF461FEC-DF3E-4B14-8528-5F709E661B71}" type="pres">
      <dgm:prSet presAssocID="{9D4BAF60-5251-4C2F-99D2-55A6B2E028D0}" presName="matrix" presStyleCnt="0">
        <dgm:presLayoutVars>
          <dgm:chMax val="1"/>
          <dgm:dir/>
          <dgm:resizeHandles val="exact"/>
        </dgm:presLayoutVars>
      </dgm:prSet>
      <dgm:spPr/>
    </dgm:pt>
    <dgm:pt modelId="{F47D80A4-2184-41CA-8752-779CCA720173}" type="pres">
      <dgm:prSet presAssocID="{9D4BAF60-5251-4C2F-99D2-55A6B2E028D0}" presName="diamond" presStyleLbl="bgShp" presStyleIdx="0" presStyleCnt="1"/>
      <dgm:spPr/>
    </dgm:pt>
    <dgm:pt modelId="{913295A5-9CB0-47E6-AD2D-25E7E9A360F6}" type="pres">
      <dgm:prSet presAssocID="{9D4BAF60-5251-4C2F-99D2-55A6B2E028D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74EAE5E5-D4B7-4574-AC7F-B75C041E3F25}" type="pres">
      <dgm:prSet presAssocID="{9D4BAF60-5251-4C2F-99D2-55A6B2E028D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D2B6B00-063F-4514-8BC7-3514E7DC9A8D}" type="pres">
      <dgm:prSet presAssocID="{9D4BAF60-5251-4C2F-99D2-55A6B2E028D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D040BDE4-6E2C-4092-9BDC-8C26D8B16C69}" type="pres">
      <dgm:prSet presAssocID="{9D4BAF60-5251-4C2F-99D2-55A6B2E028D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E62F32E-BFFA-4BCA-A205-A74B61803077}" type="presOf" srcId="{001690A9-D743-4795-B0E3-DCC2FC460A2F}" destId="{74EAE5E5-D4B7-4574-AC7F-B75C041E3F25}" srcOrd="0" destOrd="0" presId="urn:microsoft.com/office/officeart/2005/8/layout/matrix3"/>
    <dgm:cxn modelId="{67764A5C-ECCD-478F-9D6B-BDE528AE99C1}" srcId="{9D4BAF60-5251-4C2F-99D2-55A6B2E028D0}" destId="{F95622E9-3DE4-4870-BCF4-9A0018A1344B}" srcOrd="0" destOrd="0" parTransId="{A23A16BF-0D0F-44EE-BA04-8023AFE7BBED}" sibTransId="{BB84CA10-B092-4F27-92EC-3398E6001393}"/>
    <dgm:cxn modelId="{6940C542-BD41-46B2-BF4B-4D6AD4566EA5}" srcId="{9D4BAF60-5251-4C2F-99D2-55A6B2E028D0}" destId="{CB3A9DBB-B7A7-4072-9E4A-48AC96CC6193}" srcOrd="3" destOrd="0" parTransId="{E2F2D68E-60E6-44BC-8AB1-F50D56C04A9B}" sibTransId="{7F01EF2C-E0AF-4012-BE7B-447AC6F78B51}"/>
    <dgm:cxn modelId="{B50E1865-7B10-417C-9174-3EB58B91DF3F}" srcId="{9D4BAF60-5251-4C2F-99D2-55A6B2E028D0}" destId="{001690A9-D743-4795-B0E3-DCC2FC460A2F}" srcOrd="1" destOrd="0" parTransId="{A0717751-66BC-41D9-8019-DCF1AE4D94A3}" sibTransId="{65D2A9EF-02BF-4178-A49C-4CC959D66DC7}"/>
    <dgm:cxn modelId="{AAB23786-D35E-43E3-B6ED-641FDFA92AC1}" srcId="{9D4BAF60-5251-4C2F-99D2-55A6B2E028D0}" destId="{63B2510E-493A-4853-AF25-73535E34CEE4}" srcOrd="2" destOrd="0" parTransId="{16D86406-5FD9-42A6-B454-E9441F93062B}" sibTransId="{AF0B4195-934E-4DD4-A3D1-2E0B3F06696B}"/>
    <dgm:cxn modelId="{F8CB51A3-2F49-4DC1-8804-13B8924CEC3B}" type="presOf" srcId="{9D4BAF60-5251-4C2F-99D2-55A6B2E028D0}" destId="{EF461FEC-DF3E-4B14-8528-5F709E661B71}" srcOrd="0" destOrd="0" presId="urn:microsoft.com/office/officeart/2005/8/layout/matrix3"/>
    <dgm:cxn modelId="{31A808C1-AB71-46BE-9652-15307194F55E}" type="presOf" srcId="{63B2510E-493A-4853-AF25-73535E34CEE4}" destId="{DD2B6B00-063F-4514-8BC7-3514E7DC9A8D}" srcOrd="0" destOrd="0" presId="urn:microsoft.com/office/officeart/2005/8/layout/matrix3"/>
    <dgm:cxn modelId="{3DDB92DA-0799-40C6-A44B-D507B0502BE9}" type="presOf" srcId="{CB3A9DBB-B7A7-4072-9E4A-48AC96CC6193}" destId="{D040BDE4-6E2C-4092-9BDC-8C26D8B16C69}" srcOrd="0" destOrd="0" presId="urn:microsoft.com/office/officeart/2005/8/layout/matrix3"/>
    <dgm:cxn modelId="{7604C0E2-6A01-486E-8782-052218A71E99}" type="presOf" srcId="{F95622E9-3DE4-4870-BCF4-9A0018A1344B}" destId="{913295A5-9CB0-47E6-AD2D-25E7E9A360F6}" srcOrd="0" destOrd="0" presId="urn:microsoft.com/office/officeart/2005/8/layout/matrix3"/>
    <dgm:cxn modelId="{4126EEBD-4BC4-4C4E-9454-CBB90131F7A8}" type="presParOf" srcId="{EF461FEC-DF3E-4B14-8528-5F709E661B71}" destId="{F47D80A4-2184-41CA-8752-779CCA720173}" srcOrd="0" destOrd="0" presId="urn:microsoft.com/office/officeart/2005/8/layout/matrix3"/>
    <dgm:cxn modelId="{CF7905AC-216B-4022-ADDD-9184E7A01766}" type="presParOf" srcId="{EF461FEC-DF3E-4B14-8528-5F709E661B71}" destId="{913295A5-9CB0-47E6-AD2D-25E7E9A360F6}" srcOrd="1" destOrd="0" presId="urn:microsoft.com/office/officeart/2005/8/layout/matrix3"/>
    <dgm:cxn modelId="{9D8A6AE5-A3FC-447B-90B2-1E476896A5C2}" type="presParOf" srcId="{EF461FEC-DF3E-4B14-8528-5F709E661B71}" destId="{74EAE5E5-D4B7-4574-AC7F-B75C041E3F25}" srcOrd="2" destOrd="0" presId="urn:microsoft.com/office/officeart/2005/8/layout/matrix3"/>
    <dgm:cxn modelId="{C42B5772-CD3B-4CBA-B1D3-ECA5F0C931BC}" type="presParOf" srcId="{EF461FEC-DF3E-4B14-8528-5F709E661B71}" destId="{DD2B6B00-063F-4514-8BC7-3514E7DC9A8D}" srcOrd="3" destOrd="0" presId="urn:microsoft.com/office/officeart/2005/8/layout/matrix3"/>
    <dgm:cxn modelId="{9F1F7961-8422-443E-A366-13FE33302F2B}" type="presParOf" srcId="{EF461FEC-DF3E-4B14-8528-5F709E661B71}" destId="{D040BDE4-6E2C-4092-9BDC-8C26D8B16C69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418075-C2D3-415F-A791-99EE922CDEB4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0ECEA1-1435-42F8-BF51-5FD681B2AD8E}">
      <dgm:prSet/>
      <dgm:spPr/>
      <dgm:t>
        <a:bodyPr/>
        <a:lstStyle/>
        <a:p>
          <a:pPr>
            <a:defRPr cap="all"/>
          </a:pPr>
          <a:r>
            <a:rPr lang="en-US"/>
            <a:t>Security policy gaps</a:t>
          </a:r>
        </a:p>
      </dgm:t>
    </dgm:pt>
    <dgm:pt modelId="{36A53CA7-FB7C-43FB-9980-A82982384192}" type="parTrans" cxnId="{DE300427-28D7-4954-AA1C-C8BA10B141DD}">
      <dgm:prSet/>
      <dgm:spPr/>
      <dgm:t>
        <a:bodyPr/>
        <a:lstStyle/>
        <a:p>
          <a:endParaRPr lang="en-US"/>
        </a:p>
      </dgm:t>
    </dgm:pt>
    <dgm:pt modelId="{B3E7894D-EA5D-435C-8690-E3DF1425B78D}" type="sibTrans" cxnId="{DE300427-28D7-4954-AA1C-C8BA10B141DD}">
      <dgm:prSet/>
      <dgm:spPr/>
      <dgm:t>
        <a:bodyPr/>
        <a:lstStyle/>
        <a:p>
          <a:endParaRPr lang="en-US"/>
        </a:p>
      </dgm:t>
    </dgm:pt>
    <dgm:pt modelId="{FCA276EB-0019-47BB-8E94-A9592915B683}">
      <dgm:prSet/>
      <dgm:spPr/>
      <dgm:t>
        <a:bodyPr/>
        <a:lstStyle/>
        <a:p>
          <a:pPr>
            <a:defRPr cap="all"/>
          </a:pPr>
          <a:r>
            <a:rPr lang="en-US"/>
            <a:t>Risk management weakness</a:t>
          </a:r>
        </a:p>
      </dgm:t>
    </dgm:pt>
    <dgm:pt modelId="{3969F434-6491-4542-8258-8CFD09371C8B}" type="parTrans" cxnId="{C2B531D5-69EA-427E-9AE6-579A552964FF}">
      <dgm:prSet/>
      <dgm:spPr/>
      <dgm:t>
        <a:bodyPr/>
        <a:lstStyle/>
        <a:p>
          <a:endParaRPr lang="en-US"/>
        </a:p>
      </dgm:t>
    </dgm:pt>
    <dgm:pt modelId="{5AC0284D-2749-4E93-A6A2-802BACFA989B}" type="sibTrans" cxnId="{C2B531D5-69EA-427E-9AE6-579A552964FF}">
      <dgm:prSet/>
      <dgm:spPr/>
      <dgm:t>
        <a:bodyPr/>
        <a:lstStyle/>
        <a:p>
          <a:endParaRPr lang="en-US"/>
        </a:p>
      </dgm:t>
    </dgm:pt>
    <dgm:pt modelId="{1A4FF248-A61B-41BD-8BE6-A6C72FA62CA2}">
      <dgm:prSet/>
      <dgm:spPr/>
      <dgm:t>
        <a:bodyPr/>
        <a:lstStyle/>
        <a:p>
          <a:pPr>
            <a:defRPr cap="all"/>
          </a:pPr>
          <a:r>
            <a:rPr lang="en-US"/>
            <a:t>Security awareness training</a:t>
          </a:r>
        </a:p>
      </dgm:t>
    </dgm:pt>
    <dgm:pt modelId="{D9B264B2-13FE-4601-9722-48BD6B52C722}" type="parTrans" cxnId="{902E22FB-B893-4F7E-9433-61F213BB4B90}">
      <dgm:prSet/>
      <dgm:spPr/>
      <dgm:t>
        <a:bodyPr/>
        <a:lstStyle/>
        <a:p>
          <a:endParaRPr lang="en-US"/>
        </a:p>
      </dgm:t>
    </dgm:pt>
    <dgm:pt modelId="{ADD8621C-BE08-411D-B933-F5CDFAA3C47B}" type="sibTrans" cxnId="{902E22FB-B893-4F7E-9433-61F213BB4B90}">
      <dgm:prSet/>
      <dgm:spPr/>
      <dgm:t>
        <a:bodyPr/>
        <a:lstStyle/>
        <a:p>
          <a:endParaRPr lang="en-US"/>
        </a:p>
      </dgm:t>
    </dgm:pt>
    <dgm:pt modelId="{014107F4-36F1-4FB8-8CEF-C8F99B38891F}">
      <dgm:prSet/>
      <dgm:spPr/>
      <dgm:t>
        <a:bodyPr/>
        <a:lstStyle/>
        <a:p>
          <a:pPr>
            <a:defRPr cap="all"/>
          </a:pPr>
          <a:r>
            <a:rPr lang="en-US"/>
            <a:t>Security audits and accountability</a:t>
          </a:r>
        </a:p>
      </dgm:t>
    </dgm:pt>
    <dgm:pt modelId="{A5FDA90D-26F1-47A6-82CF-DD028661FD8C}" type="parTrans" cxnId="{4C6EE3B1-6A14-40FA-9D02-45DF62F9A03E}">
      <dgm:prSet/>
      <dgm:spPr/>
      <dgm:t>
        <a:bodyPr/>
        <a:lstStyle/>
        <a:p>
          <a:endParaRPr lang="en-US"/>
        </a:p>
      </dgm:t>
    </dgm:pt>
    <dgm:pt modelId="{E22AAE60-9DE2-48EB-A31B-2C9B669B9411}" type="sibTrans" cxnId="{4C6EE3B1-6A14-40FA-9D02-45DF62F9A03E}">
      <dgm:prSet/>
      <dgm:spPr/>
      <dgm:t>
        <a:bodyPr/>
        <a:lstStyle/>
        <a:p>
          <a:endParaRPr lang="en-US"/>
        </a:p>
      </dgm:t>
    </dgm:pt>
    <dgm:pt modelId="{A218C749-F21A-4FB6-8D1A-55CC04B0D75E}" type="pres">
      <dgm:prSet presAssocID="{E3418075-C2D3-415F-A791-99EE922CDEB4}" presName="root" presStyleCnt="0">
        <dgm:presLayoutVars>
          <dgm:dir/>
          <dgm:resizeHandles val="exact"/>
        </dgm:presLayoutVars>
      </dgm:prSet>
      <dgm:spPr/>
    </dgm:pt>
    <dgm:pt modelId="{8F9E5A4B-AD60-4891-B014-D8AEC412CD0F}" type="pres">
      <dgm:prSet presAssocID="{980ECEA1-1435-42F8-BF51-5FD681B2AD8E}" presName="compNode" presStyleCnt="0"/>
      <dgm:spPr/>
    </dgm:pt>
    <dgm:pt modelId="{E6FB478E-3721-42B7-B417-A57209B00233}" type="pres">
      <dgm:prSet presAssocID="{980ECEA1-1435-42F8-BF51-5FD681B2AD8E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CD1BB4B-133A-45D7-917C-3CBC0B2B312A}" type="pres">
      <dgm:prSet presAssocID="{980ECEA1-1435-42F8-BF51-5FD681B2AD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DE115A8-B191-4044-A2A1-E223E70DA0BB}" type="pres">
      <dgm:prSet presAssocID="{980ECEA1-1435-42F8-BF51-5FD681B2AD8E}" presName="spaceRect" presStyleCnt="0"/>
      <dgm:spPr/>
    </dgm:pt>
    <dgm:pt modelId="{B8318AD3-D0B2-42CB-BE6E-308FD5359DB3}" type="pres">
      <dgm:prSet presAssocID="{980ECEA1-1435-42F8-BF51-5FD681B2AD8E}" presName="textRect" presStyleLbl="revTx" presStyleIdx="0" presStyleCnt="4">
        <dgm:presLayoutVars>
          <dgm:chMax val="1"/>
          <dgm:chPref val="1"/>
        </dgm:presLayoutVars>
      </dgm:prSet>
      <dgm:spPr/>
    </dgm:pt>
    <dgm:pt modelId="{8867B6D3-1121-4A71-BA51-84E7721D1FE6}" type="pres">
      <dgm:prSet presAssocID="{B3E7894D-EA5D-435C-8690-E3DF1425B78D}" presName="sibTrans" presStyleCnt="0"/>
      <dgm:spPr/>
    </dgm:pt>
    <dgm:pt modelId="{8BD92BC5-EDEC-4657-8380-BD08C3E69CA4}" type="pres">
      <dgm:prSet presAssocID="{FCA276EB-0019-47BB-8E94-A9592915B683}" presName="compNode" presStyleCnt="0"/>
      <dgm:spPr/>
    </dgm:pt>
    <dgm:pt modelId="{9479978D-D642-4DBD-99E9-F01566567320}" type="pres">
      <dgm:prSet presAssocID="{FCA276EB-0019-47BB-8E94-A9592915B683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639048B-0757-429F-8513-FE2D275D9479}" type="pres">
      <dgm:prSet presAssocID="{FCA276EB-0019-47BB-8E94-A9592915B6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69F1F5C3-D9C5-4FFE-9C46-245BA981EBC1}" type="pres">
      <dgm:prSet presAssocID="{FCA276EB-0019-47BB-8E94-A9592915B683}" presName="spaceRect" presStyleCnt="0"/>
      <dgm:spPr/>
    </dgm:pt>
    <dgm:pt modelId="{96833A43-B440-49C6-AC04-1936D9EE417D}" type="pres">
      <dgm:prSet presAssocID="{FCA276EB-0019-47BB-8E94-A9592915B683}" presName="textRect" presStyleLbl="revTx" presStyleIdx="1" presStyleCnt="4">
        <dgm:presLayoutVars>
          <dgm:chMax val="1"/>
          <dgm:chPref val="1"/>
        </dgm:presLayoutVars>
      </dgm:prSet>
      <dgm:spPr/>
    </dgm:pt>
    <dgm:pt modelId="{692AAE00-FF78-4A30-9419-A0C0A1C4EE68}" type="pres">
      <dgm:prSet presAssocID="{5AC0284D-2749-4E93-A6A2-802BACFA989B}" presName="sibTrans" presStyleCnt="0"/>
      <dgm:spPr/>
    </dgm:pt>
    <dgm:pt modelId="{06E51907-859F-4404-B3AF-47380D932FC9}" type="pres">
      <dgm:prSet presAssocID="{1A4FF248-A61B-41BD-8BE6-A6C72FA62CA2}" presName="compNode" presStyleCnt="0"/>
      <dgm:spPr/>
    </dgm:pt>
    <dgm:pt modelId="{362FB889-3CD7-440E-844F-4138CFECEB55}" type="pres">
      <dgm:prSet presAssocID="{1A4FF248-A61B-41BD-8BE6-A6C72FA62CA2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8C79DC3-5348-44C9-841C-50CA644677BA}" type="pres">
      <dgm:prSet presAssocID="{1A4FF248-A61B-41BD-8BE6-A6C72FA62CA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DC5D94E9-17DD-4E52-AB34-138DEEC61246}" type="pres">
      <dgm:prSet presAssocID="{1A4FF248-A61B-41BD-8BE6-A6C72FA62CA2}" presName="spaceRect" presStyleCnt="0"/>
      <dgm:spPr/>
    </dgm:pt>
    <dgm:pt modelId="{A9CECEDC-FB6A-4778-BB90-0B50CD43230C}" type="pres">
      <dgm:prSet presAssocID="{1A4FF248-A61B-41BD-8BE6-A6C72FA62CA2}" presName="textRect" presStyleLbl="revTx" presStyleIdx="2" presStyleCnt="4">
        <dgm:presLayoutVars>
          <dgm:chMax val="1"/>
          <dgm:chPref val="1"/>
        </dgm:presLayoutVars>
      </dgm:prSet>
      <dgm:spPr/>
    </dgm:pt>
    <dgm:pt modelId="{F1C140A1-D6E7-4111-9328-AFB796A4E208}" type="pres">
      <dgm:prSet presAssocID="{ADD8621C-BE08-411D-B933-F5CDFAA3C47B}" presName="sibTrans" presStyleCnt="0"/>
      <dgm:spPr/>
    </dgm:pt>
    <dgm:pt modelId="{70CD097B-813D-4EE0-9534-A14152C0FA09}" type="pres">
      <dgm:prSet presAssocID="{014107F4-36F1-4FB8-8CEF-C8F99B38891F}" presName="compNode" presStyleCnt="0"/>
      <dgm:spPr/>
    </dgm:pt>
    <dgm:pt modelId="{99A80C22-B0D1-4D38-A6C5-F6EA1C202AA0}" type="pres">
      <dgm:prSet presAssocID="{014107F4-36F1-4FB8-8CEF-C8F99B38891F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46FD06E-4832-4BB3-B5D9-081541EA6A90}" type="pres">
      <dgm:prSet presAssocID="{014107F4-36F1-4FB8-8CEF-C8F99B3889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7B587E1C-A416-45E3-A140-955D3C466DA1}" type="pres">
      <dgm:prSet presAssocID="{014107F4-36F1-4FB8-8CEF-C8F99B38891F}" presName="spaceRect" presStyleCnt="0"/>
      <dgm:spPr/>
    </dgm:pt>
    <dgm:pt modelId="{423AD70F-C14F-4045-987B-44FA62C41293}" type="pres">
      <dgm:prSet presAssocID="{014107F4-36F1-4FB8-8CEF-C8F99B3889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300427-28D7-4954-AA1C-C8BA10B141DD}" srcId="{E3418075-C2D3-415F-A791-99EE922CDEB4}" destId="{980ECEA1-1435-42F8-BF51-5FD681B2AD8E}" srcOrd="0" destOrd="0" parTransId="{36A53CA7-FB7C-43FB-9980-A82982384192}" sibTransId="{B3E7894D-EA5D-435C-8690-E3DF1425B78D}"/>
    <dgm:cxn modelId="{E21A6062-3892-4131-B171-118F3365732C}" type="presOf" srcId="{1A4FF248-A61B-41BD-8BE6-A6C72FA62CA2}" destId="{A9CECEDC-FB6A-4778-BB90-0B50CD43230C}" srcOrd="0" destOrd="0" presId="urn:microsoft.com/office/officeart/2018/5/layout/IconLeafLabelList"/>
    <dgm:cxn modelId="{1C01C36C-A7FB-472E-9ADF-E113E0E433E2}" type="presOf" srcId="{014107F4-36F1-4FB8-8CEF-C8F99B38891F}" destId="{423AD70F-C14F-4045-987B-44FA62C41293}" srcOrd="0" destOrd="0" presId="urn:microsoft.com/office/officeart/2018/5/layout/IconLeafLabelList"/>
    <dgm:cxn modelId="{C4A1E9A7-8CE7-48E1-B662-AAD4CE0538B3}" type="presOf" srcId="{E3418075-C2D3-415F-A791-99EE922CDEB4}" destId="{A218C749-F21A-4FB6-8D1A-55CC04B0D75E}" srcOrd="0" destOrd="0" presId="urn:microsoft.com/office/officeart/2018/5/layout/IconLeafLabelList"/>
    <dgm:cxn modelId="{4C6EE3B1-6A14-40FA-9D02-45DF62F9A03E}" srcId="{E3418075-C2D3-415F-A791-99EE922CDEB4}" destId="{014107F4-36F1-4FB8-8CEF-C8F99B38891F}" srcOrd="3" destOrd="0" parTransId="{A5FDA90D-26F1-47A6-82CF-DD028661FD8C}" sibTransId="{E22AAE60-9DE2-48EB-A31B-2C9B669B9411}"/>
    <dgm:cxn modelId="{4BBED7C5-93CA-4DB8-B9F8-3C030092ACA0}" type="presOf" srcId="{980ECEA1-1435-42F8-BF51-5FD681B2AD8E}" destId="{B8318AD3-D0B2-42CB-BE6E-308FD5359DB3}" srcOrd="0" destOrd="0" presId="urn:microsoft.com/office/officeart/2018/5/layout/IconLeafLabelList"/>
    <dgm:cxn modelId="{31A7B2D0-BB4B-44C8-9D6F-A92282BAF8D5}" type="presOf" srcId="{FCA276EB-0019-47BB-8E94-A9592915B683}" destId="{96833A43-B440-49C6-AC04-1936D9EE417D}" srcOrd="0" destOrd="0" presId="urn:microsoft.com/office/officeart/2018/5/layout/IconLeafLabelList"/>
    <dgm:cxn modelId="{C2B531D5-69EA-427E-9AE6-579A552964FF}" srcId="{E3418075-C2D3-415F-A791-99EE922CDEB4}" destId="{FCA276EB-0019-47BB-8E94-A9592915B683}" srcOrd="1" destOrd="0" parTransId="{3969F434-6491-4542-8258-8CFD09371C8B}" sibTransId="{5AC0284D-2749-4E93-A6A2-802BACFA989B}"/>
    <dgm:cxn modelId="{902E22FB-B893-4F7E-9433-61F213BB4B90}" srcId="{E3418075-C2D3-415F-A791-99EE922CDEB4}" destId="{1A4FF248-A61B-41BD-8BE6-A6C72FA62CA2}" srcOrd="2" destOrd="0" parTransId="{D9B264B2-13FE-4601-9722-48BD6B52C722}" sibTransId="{ADD8621C-BE08-411D-B933-F5CDFAA3C47B}"/>
    <dgm:cxn modelId="{847AA2C6-3229-4EE5-9364-B79994A0075C}" type="presParOf" srcId="{A218C749-F21A-4FB6-8D1A-55CC04B0D75E}" destId="{8F9E5A4B-AD60-4891-B014-D8AEC412CD0F}" srcOrd="0" destOrd="0" presId="urn:microsoft.com/office/officeart/2018/5/layout/IconLeafLabelList"/>
    <dgm:cxn modelId="{4F9200D1-43EB-4ADF-B28B-4D329E76057C}" type="presParOf" srcId="{8F9E5A4B-AD60-4891-B014-D8AEC412CD0F}" destId="{E6FB478E-3721-42B7-B417-A57209B00233}" srcOrd="0" destOrd="0" presId="urn:microsoft.com/office/officeart/2018/5/layout/IconLeafLabelList"/>
    <dgm:cxn modelId="{D638C7A4-FCAB-49F6-8A2F-A2C1A1662DC9}" type="presParOf" srcId="{8F9E5A4B-AD60-4891-B014-D8AEC412CD0F}" destId="{3CD1BB4B-133A-45D7-917C-3CBC0B2B312A}" srcOrd="1" destOrd="0" presId="urn:microsoft.com/office/officeart/2018/5/layout/IconLeafLabelList"/>
    <dgm:cxn modelId="{1175611E-A7DF-4834-AE2E-2E207C65802E}" type="presParOf" srcId="{8F9E5A4B-AD60-4891-B014-D8AEC412CD0F}" destId="{EDE115A8-B191-4044-A2A1-E223E70DA0BB}" srcOrd="2" destOrd="0" presId="urn:microsoft.com/office/officeart/2018/5/layout/IconLeafLabelList"/>
    <dgm:cxn modelId="{8095E454-3E2D-4BEA-A6B5-E165FF3110ED}" type="presParOf" srcId="{8F9E5A4B-AD60-4891-B014-D8AEC412CD0F}" destId="{B8318AD3-D0B2-42CB-BE6E-308FD5359DB3}" srcOrd="3" destOrd="0" presId="urn:microsoft.com/office/officeart/2018/5/layout/IconLeafLabelList"/>
    <dgm:cxn modelId="{0558D0A9-11C5-41C4-A1B3-00114A43D9E4}" type="presParOf" srcId="{A218C749-F21A-4FB6-8D1A-55CC04B0D75E}" destId="{8867B6D3-1121-4A71-BA51-84E7721D1FE6}" srcOrd="1" destOrd="0" presId="urn:microsoft.com/office/officeart/2018/5/layout/IconLeafLabelList"/>
    <dgm:cxn modelId="{BF9AE7A4-AC83-4E6C-912E-7BCF12F16CB2}" type="presParOf" srcId="{A218C749-F21A-4FB6-8D1A-55CC04B0D75E}" destId="{8BD92BC5-EDEC-4657-8380-BD08C3E69CA4}" srcOrd="2" destOrd="0" presId="urn:microsoft.com/office/officeart/2018/5/layout/IconLeafLabelList"/>
    <dgm:cxn modelId="{659247F9-F5FD-4A01-985C-6A633A33EC1F}" type="presParOf" srcId="{8BD92BC5-EDEC-4657-8380-BD08C3E69CA4}" destId="{9479978D-D642-4DBD-99E9-F01566567320}" srcOrd="0" destOrd="0" presId="urn:microsoft.com/office/officeart/2018/5/layout/IconLeafLabelList"/>
    <dgm:cxn modelId="{FCE12BBF-C4E6-4779-B9E4-EA0C7FBDD974}" type="presParOf" srcId="{8BD92BC5-EDEC-4657-8380-BD08C3E69CA4}" destId="{C639048B-0757-429F-8513-FE2D275D9479}" srcOrd="1" destOrd="0" presId="urn:microsoft.com/office/officeart/2018/5/layout/IconLeafLabelList"/>
    <dgm:cxn modelId="{5757F03F-E07C-4117-863C-9B5522FDAC5E}" type="presParOf" srcId="{8BD92BC5-EDEC-4657-8380-BD08C3E69CA4}" destId="{69F1F5C3-D9C5-4FFE-9C46-245BA981EBC1}" srcOrd="2" destOrd="0" presId="urn:microsoft.com/office/officeart/2018/5/layout/IconLeafLabelList"/>
    <dgm:cxn modelId="{7D5D081C-1C7F-4CF3-8709-9FC64C9B3CAB}" type="presParOf" srcId="{8BD92BC5-EDEC-4657-8380-BD08C3E69CA4}" destId="{96833A43-B440-49C6-AC04-1936D9EE417D}" srcOrd="3" destOrd="0" presId="urn:microsoft.com/office/officeart/2018/5/layout/IconLeafLabelList"/>
    <dgm:cxn modelId="{E3E890F2-046C-444F-8F37-523747D05626}" type="presParOf" srcId="{A218C749-F21A-4FB6-8D1A-55CC04B0D75E}" destId="{692AAE00-FF78-4A30-9419-A0C0A1C4EE68}" srcOrd="3" destOrd="0" presId="urn:microsoft.com/office/officeart/2018/5/layout/IconLeafLabelList"/>
    <dgm:cxn modelId="{19D44E4D-2E57-49BB-AC8D-CD9896455C94}" type="presParOf" srcId="{A218C749-F21A-4FB6-8D1A-55CC04B0D75E}" destId="{06E51907-859F-4404-B3AF-47380D932FC9}" srcOrd="4" destOrd="0" presId="urn:microsoft.com/office/officeart/2018/5/layout/IconLeafLabelList"/>
    <dgm:cxn modelId="{F95E798D-03F4-4EDC-B416-E264467FD4C3}" type="presParOf" srcId="{06E51907-859F-4404-B3AF-47380D932FC9}" destId="{362FB889-3CD7-440E-844F-4138CFECEB55}" srcOrd="0" destOrd="0" presId="urn:microsoft.com/office/officeart/2018/5/layout/IconLeafLabelList"/>
    <dgm:cxn modelId="{F6EBD986-656A-4158-BFCF-6748CC8EC5FD}" type="presParOf" srcId="{06E51907-859F-4404-B3AF-47380D932FC9}" destId="{E8C79DC3-5348-44C9-841C-50CA644677BA}" srcOrd="1" destOrd="0" presId="urn:microsoft.com/office/officeart/2018/5/layout/IconLeafLabelList"/>
    <dgm:cxn modelId="{6AAFF65C-CC55-4AF6-9A31-57F0FFB1E4F4}" type="presParOf" srcId="{06E51907-859F-4404-B3AF-47380D932FC9}" destId="{DC5D94E9-17DD-4E52-AB34-138DEEC61246}" srcOrd="2" destOrd="0" presId="urn:microsoft.com/office/officeart/2018/5/layout/IconLeafLabelList"/>
    <dgm:cxn modelId="{3970F81C-E724-48B1-907F-5B10F56EA4BA}" type="presParOf" srcId="{06E51907-859F-4404-B3AF-47380D932FC9}" destId="{A9CECEDC-FB6A-4778-BB90-0B50CD43230C}" srcOrd="3" destOrd="0" presId="urn:microsoft.com/office/officeart/2018/5/layout/IconLeafLabelList"/>
    <dgm:cxn modelId="{F33C6E36-01DA-4C39-A775-D8570F24EC6E}" type="presParOf" srcId="{A218C749-F21A-4FB6-8D1A-55CC04B0D75E}" destId="{F1C140A1-D6E7-4111-9328-AFB796A4E208}" srcOrd="5" destOrd="0" presId="urn:microsoft.com/office/officeart/2018/5/layout/IconLeafLabelList"/>
    <dgm:cxn modelId="{53A9A1EA-3718-4F5C-B5B6-C88B10D8DAA8}" type="presParOf" srcId="{A218C749-F21A-4FB6-8D1A-55CC04B0D75E}" destId="{70CD097B-813D-4EE0-9534-A14152C0FA09}" srcOrd="6" destOrd="0" presId="urn:microsoft.com/office/officeart/2018/5/layout/IconLeafLabelList"/>
    <dgm:cxn modelId="{79DB73A3-4F54-4B59-89E2-091F4B173652}" type="presParOf" srcId="{70CD097B-813D-4EE0-9534-A14152C0FA09}" destId="{99A80C22-B0D1-4D38-A6C5-F6EA1C202AA0}" srcOrd="0" destOrd="0" presId="urn:microsoft.com/office/officeart/2018/5/layout/IconLeafLabelList"/>
    <dgm:cxn modelId="{B95349FD-BF38-49BB-869F-33ABB4DC008E}" type="presParOf" srcId="{70CD097B-813D-4EE0-9534-A14152C0FA09}" destId="{A46FD06E-4832-4BB3-B5D9-081541EA6A90}" srcOrd="1" destOrd="0" presId="urn:microsoft.com/office/officeart/2018/5/layout/IconLeafLabelList"/>
    <dgm:cxn modelId="{1C8D9DB8-C8FD-4B2B-B4BB-6EA2C378A49A}" type="presParOf" srcId="{70CD097B-813D-4EE0-9534-A14152C0FA09}" destId="{7B587E1C-A416-45E3-A140-955D3C466DA1}" srcOrd="2" destOrd="0" presId="urn:microsoft.com/office/officeart/2018/5/layout/IconLeafLabelList"/>
    <dgm:cxn modelId="{924A7FC3-E6E6-4051-9757-98F687C81DB5}" type="presParOf" srcId="{70CD097B-813D-4EE0-9534-A14152C0FA09}" destId="{423AD70F-C14F-4045-987B-44FA62C41293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A6AE44E-CE5E-4860-89D3-50BE10610B6A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C01FDC-0323-4182-974B-196B237B88D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Cybersecurity</a:t>
          </a:r>
          <a:r>
            <a:rPr lang="en-US" u="sng"/>
            <a:t> protects systems</a:t>
          </a:r>
          <a:r>
            <a:rPr lang="en-US"/>
            <a:t> by using </a:t>
          </a:r>
          <a:r>
            <a:rPr lang="en-US" b="1"/>
            <a:t> </a:t>
          </a:r>
          <a:r>
            <a:rPr lang="en-US"/>
            <a:t>Confidentiality, Integrity , Availability  principals.</a:t>
          </a:r>
        </a:p>
      </dgm:t>
    </dgm:pt>
    <dgm:pt modelId="{95822DEF-DD78-40B4-B339-F38BB6A58B89}" type="parTrans" cxnId="{2054C49B-7614-4CCE-97F6-2CC358862FB8}">
      <dgm:prSet/>
      <dgm:spPr/>
      <dgm:t>
        <a:bodyPr/>
        <a:lstStyle/>
        <a:p>
          <a:endParaRPr lang="en-US"/>
        </a:p>
      </dgm:t>
    </dgm:pt>
    <dgm:pt modelId="{E6C7346D-3197-4EC6-99C3-8FBA02598815}" type="sibTrans" cxnId="{2054C49B-7614-4CCE-97F6-2CC358862F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B3C237-4265-42DF-926C-960798875A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 AAA model supports </a:t>
          </a:r>
          <a:r>
            <a:rPr lang="en-US" u="sng"/>
            <a:t>secure access </a:t>
          </a:r>
          <a:r>
            <a:rPr lang="en-US"/>
            <a:t>by using  Authentication, </a:t>
          </a:r>
          <a:r>
            <a:rPr lang="en-US">
              <a:latin typeface="Neue Haas Grotesk Text Pro"/>
            </a:rPr>
            <a:t>Authorization</a:t>
          </a:r>
          <a:r>
            <a:rPr lang="en-US"/>
            <a:t>, Accounting.</a:t>
          </a:r>
        </a:p>
      </dgm:t>
    </dgm:pt>
    <dgm:pt modelId="{A1B83467-565E-40C5-98BB-02DE1133F9E3}" type="parTrans" cxnId="{41ABBFF3-5426-4B15-ADB7-0AA3490233BA}">
      <dgm:prSet/>
      <dgm:spPr/>
      <dgm:t>
        <a:bodyPr/>
        <a:lstStyle/>
        <a:p>
          <a:endParaRPr lang="en-US"/>
        </a:p>
      </dgm:t>
    </dgm:pt>
    <dgm:pt modelId="{4674D3E5-FB22-41B1-816D-86E9F639F6DF}" type="sibTrans" cxnId="{41ABBFF3-5426-4B15-ADB7-0AA3490233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E8ED11-0101-4B1A-802E-0D273A97C1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 </a:t>
          </a:r>
          <a:r>
            <a:rPr lang="en-US" u="sng"/>
            <a:t>increase security</a:t>
          </a:r>
          <a:r>
            <a:rPr lang="en-US"/>
            <a:t>, key mitigation principles to follow include:  </a:t>
          </a:r>
          <a:r>
            <a:rPr lang="en-US" err="1"/>
            <a:t>Defence</a:t>
          </a:r>
          <a:r>
            <a:rPr lang="en-US"/>
            <a:t> in Depth,  </a:t>
          </a:r>
          <a:r>
            <a:rPr lang="en-US" err="1"/>
            <a:t>ZeroTrust</a:t>
          </a:r>
          <a:r>
            <a:rPr lang="en-US"/>
            <a:t>, Least  Privilege, Access Controls</a:t>
          </a:r>
        </a:p>
      </dgm:t>
    </dgm:pt>
    <dgm:pt modelId="{0CBCCC03-58A0-4B6C-A2FA-8C3F548B254D}" type="parTrans" cxnId="{7A14EEAD-8CCD-46CC-A7EF-120EDF6BE870}">
      <dgm:prSet/>
      <dgm:spPr/>
      <dgm:t>
        <a:bodyPr/>
        <a:lstStyle/>
        <a:p>
          <a:endParaRPr lang="en-US"/>
        </a:p>
      </dgm:t>
    </dgm:pt>
    <dgm:pt modelId="{ABE41A68-8A61-492D-B3B4-5FC0EDAD4CA6}" type="sibTrans" cxnId="{7A14EEAD-8CCD-46CC-A7EF-120EDF6BE87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BEF3CE-461A-4574-AA86-B4F22D65C3C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To help </a:t>
          </a:r>
          <a:r>
            <a:rPr lang="en-US" u="sng"/>
            <a:t>security planning and response </a:t>
          </a:r>
          <a:r>
            <a:rPr lang="en-US"/>
            <a:t>to malware  use : NIST, MITRE ATT&amp;CK, </a:t>
          </a:r>
          <a:r>
            <a:rPr lang="en-US">
              <a:latin typeface="Neue Haas Grotesk Text Pro"/>
            </a:rPr>
            <a:t>ISO/IEC 27001</a:t>
          </a:r>
          <a:endParaRPr lang="en-US"/>
        </a:p>
      </dgm:t>
    </dgm:pt>
    <dgm:pt modelId="{C8F72483-3294-4A46-B9EA-99B44EE71B80}" type="parTrans" cxnId="{B5B9D81A-7DCA-47B7-8355-2677CDB31D87}">
      <dgm:prSet/>
      <dgm:spPr/>
      <dgm:t>
        <a:bodyPr/>
        <a:lstStyle/>
        <a:p>
          <a:endParaRPr lang="en-US"/>
        </a:p>
      </dgm:t>
    </dgm:pt>
    <dgm:pt modelId="{C961003E-25CB-4DE5-B684-F97E5E25C9E9}" type="sibTrans" cxnId="{B5B9D81A-7DCA-47B7-8355-2677CDB31D87}">
      <dgm:prSet/>
      <dgm:spPr/>
      <dgm:t>
        <a:bodyPr/>
        <a:lstStyle/>
        <a:p>
          <a:endParaRPr lang="en-US"/>
        </a:p>
      </dgm:t>
    </dgm:pt>
    <dgm:pt modelId="{228A5A24-B46E-4971-B8C2-4AB06E75FCE3}" type="pres">
      <dgm:prSet presAssocID="{1A6AE44E-CE5E-4860-89D3-50BE10610B6A}" presName="outerComposite" presStyleCnt="0">
        <dgm:presLayoutVars>
          <dgm:chMax val="5"/>
          <dgm:dir/>
          <dgm:resizeHandles val="exact"/>
        </dgm:presLayoutVars>
      </dgm:prSet>
      <dgm:spPr/>
    </dgm:pt>
    <dgm:pt modelId="{A5121405-FBE9-4339-B59B-3D644004F29A}" type="pres">
      <dgm:prSet presAssocID="{1A6AE44E-CE5E-4860-89D3-50BE10610B6A}" presName="dummyMaxCanvas" presStyleCnt="0">
        <dgm:presLayoutVars/>
      </dgm:prSet>
      <dgm:spPr/>
    </dgm:pt>
    <dgm:pt modelId="{E9E78AF3-99E8-4666-913C-C84B69276B85}" type="pres">
      <dgm:prSet presAssocID="{1A6AE44E-CE5E-4860-89D3-50BE10610B6A}" presName="FourNodes_1" presStyleLbl="node1" presStyleIdx="0" presStyleCnt="4">
        <dgm:presLayoutVars>
          <dgm:bulletEnabled val="1"/>
        </dgm:presLayoutVars>
      </dgm:prSet>
      <dgm:spPr/>
    </dgm:pt>
    <dgm:pt modelId="{162D8A40-5462-42EA-AF14-5D186F748457}" type="pres">
      <dgm:prSet presAssocID="{1A6AE44E-CE5E-4860-89D3-50BE10610B6A}" presName="FourNodes_2" presStyleLbl="node1" presStyleIdx="1" presStyleCnt="4">
        <dgm:presLayoutVars>
          <dgm:bulletEnabled val="1"/>
        </dgm:presLayoutVars>
      </dgm:prSet>
      <dgm:spPr/>
    </dgm:pt>
    <dgm:pt modelId="{024E788A-DFA7-435C-A85E-53D654BD60A6}" type="pres">
      <dgm:prSet presAssocID="{1A6AE44E-CE5E-4860-89D3-50BE10610B6A}" presName="FourNodes_3" presStyleLbl="node1" presStyleIdx="2" presStyleCnt="4">
        <dgm:presLayoutVars>
          <dgm:bulletEnabled val="1"/>
        </dgm:presLayoutVars>
      </dgm:prSet>
      <dgm:spPr/>
    </dgm:pt>
    <dgm:pt modelId="{6E71C35D-8F48-48BF-B2E3-CA4E88A5D5FB}" type="pres">
      <dgm:prSet presAssocID="{1A6AE44E-CE5E-4860-89D3-50BE10610B6A}" presName="FourNodes_4" presStyleLbl="node1" presStyleIdx="3" presStyleCnt="4">
        <dgm:presLayoutVars>
          <dgm:bulletEnabled val="1"/>
        </dgm:presLayoutVars>
      </dgm:prSet>
      <dgm:spPr/>
    </dgm:pt>
    <dgm:pt modelId="{2E799DE9-2D94-4F29-AEE2-D6D4BF9CE253}" type="pres">
      <dgm:prSet presAssocID="{1A6AE44E-CE5E-4860-89D3-50BE10610B6A}" presName="FourConn_1-2" presStyleLbl="fgAccFollowNode1" presStyleIdx="0" presStyleCnt="3">
        <dgm:presLayoutVars>
          <dgm:bulletEnabled val="1"/>
        </dgm:presLayoutVars>
      </dgm:prSet>
      <dgm:spPr/>
    </dgm:pt>
    <dgm:pt modelId="{287D1187-E8F2-4FB4-8339-A4EDE29666A6}" type="pres">
      <dgm:prSet presAssocID="{1A6AE44E-CE5E-4860-89D3-50BE10610B6A}" presName="FourConn_2-3" presStyleLbl="fgAccFollowNode1" presStyleIdx="1" presStyleCnt="3">
        <dgm:presLayoutVars>
          <dgm:bulletEnabled val="1"/>
        </dgm:presLayoutVars>
      </dgm:prSet>
      <dgm:spPr/>
    </dgm:pt>
    <dgm:pt modelId="{C7B8FE90-7061-4D28-9C28-B9378C94742C}" type="pres">
      <dgm:prSet presAssocID="{1A6AE44E-CE5E-4860-89D3-50BE10610B6A}" presName="FourConn_3-4" presStyleLbl="fgAccFollowNode1" presStyleIdx="2" presStyleCnt="3">
        <dgm:presLayoutVars>
          <dgm:bulletEnabled val="1"/>
        </dgm:presLayoutVars>
      </dgm:prSet>
      <dgm:spPr/>
    </dgm:pt>
    <dgm:pt modelId="{3E54F2D7-C3CC-4F6C-9C09-62A224C5FE64}" type="pres">
      <dgm:prSet presAssocID="{1A6AE44E-CE5E-4860-89D3-50BE10610B6A}" presName="FourNodes_1_text" presStyleLbl="node1" presStyleIdx="3" presStyleCnt="4">
        <dgm:presLayoutVars>
          <dgm:bulletEnabled val="1"/>
        </dgm:presLayoutVars>
      </dgm:prSet>
      <dgm:spPr/>
    </dgm:pt>
    <dgm:pt modelId="{1E29DC69-F602-43AF-84AB-2EDC36F2CAFA}" type="pres">
      <dgm:prSet presAssocID="{1A6AE44E-CE5E-4860-89D3-50BE10610B6A}" presName="FourNodes_2_text" presStyleLbl="node1" presStyleIdx="3" presStyleCnt="4">
        <dgm:presLayoutVars>
          <dgm:bulletEnabled val="1"/>
        </dgm:presLayoutVars>
      </dgm:prSet>
      <dgm:spPr/>
    </dgm:pt>
    <dgm:pt modelId="{FD606DF2-6D13-4B76-AC82-BF246317296F}" type="pres">
      <dgm:prSet presAssocID="{1A6AE44E-CE5E-4860-89D3-50BE10610B6A}" presName="FourNodes_3_text" presStyleLbl="node1" presStyleIdx="3" presStyleCnt="4">
        <dgm:presLayoutVars>
          <dgm:bulletEnabled val="1"/>
        </dgm:presLayoutVars>
      </dgm:prSet>
      <dgm:spPr/>
    </dgm:pt>
    <dgm:pt modelId="{493D7CD4-647E-4C20-8595-96EC3F22253E}" type="pres">
      <dgm:prSet presAssocID="{1A6AE44E-CE5E-4860-89D3-50BE10610B6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1A6BC00-4D87-4EB0-8F70-5E87918DF8CE}" type="presOf" srcId="{5EBEF3CE-461A-4574-AA86-B4F22D65C3CB}" destId="{493D7CD4-647E-4C20-8595-96EC3F22253E}" srcOrd="1" destOrd="0" presId="urn:microsoft.com/office/officeart/2005/8/layout/vProcess5"/>
    <dgm:cxn modelId="{F3D90612-BCD6-40D3-9DA5-7BD6A97E7B8E}" type="presOf" srcId="{5EBEF3CE-461A-4574-AA86-B4F22D65C3CB}" destId="{6E71C35D-8F48-48BF-B2E3-CA4E88A5D5FB}" srcOrd="0" destOrd="0" presId="urn:microsoft.com/office/officeart/2005/8/layout/vProcess5"/>
    <dgm:cxn modelId="{B5B9D81A-7DCA-47B7-8355-2677CDB31D87}" srcId="{1A6AE44E-CE5E-4860-89D3-50BE10610B6A}" destId="{5EBEF3CE-461A-4574-AA86-B4F22D65C3CB}" srcOrd="3" destOrd="0" parTransId="{C8F72483-3294-4A46-B9EA-99B44EE71B80}" sibTransId="{C961003E-25CB-4DE5-B684-F97E5E25C9E9}"/>
    <dgm:cxn modelId="{F74C284D-AB19-437E-9EC8-68EC44B59ADF}" type="presOf" srcId="{E6C7346D-3197-4EC6-99C3-8FBA02598815}" destId="{2E799DE9-2D94-4F29-AEE2-D6D4BF9CE253}" srcOrd="0" destOrd="0" presId="urn:microsoft.com/office/officeart/2005/8/layout/vProcess5"/>
    <dgm:cxn modelId="{A0413A56-36F6-496B-A6A4-282B6595C71F}" type="presOf" srcId="{98B3C237-4265-42DF-926C-960798875A51}" destId="{162D8A40-5462-42EA-AF14-5D186F748457}" srcOrd="0" destOrd="0" presId="urn:microsoft.com/office/officeart/2005/8/layout/vProcess5"/>
    <dgm:cxn modelId="{363AF756-3981-470C-9853-7E8CF84AF214}" type="presOf" srcId="{86C01FDC-0323-4182-974B-196B237B88DC}" destId="{E9E78AF3-99E8-4666-913C-C84B69276B85}" srcOrd="0" destOrd="0" presId="urn:microsoft.com/office/officeart/2005/8/layout/vProcess5"/>
    <dgm:cxn modelId="{CB523B5A-2FEC-42EF-AC81-B68D124BE574}" type="presOf" srcId="{98B3C237-4265-42DF-926C-960798875A51}" destId="{1E29DC69-F602-43AF-84AB-2EDC36F2CAFA}" srcOrd="1" destOrd="0" presId="urn:microsoft.com/office/officeart/2005/8/layout/vProcess5"/>
    <dgm:cxn modelId="{72047D83-8896-418B-9659-85FC823AAEB4}" type="presOf" srcId="{75E8ED11-0101-4B1A-802E-0D273A97C171}" destId="{024E788A-DFA7-435C-A85E-53D654BD60A6}" srcOrd="0" destOrd="0" presId="urn:microsoft.com/office/officeart/2005/8/layout/vProcess5"/>
    <dgm:cxn modelId="{1932C985-E231-4BD7-9792-9C5749C49F9B}" type="presOf" srcId="{1A6AE44E-CE5E-4860-89D3-50BE10610B6A}" destId="{228A5A24-B46E-4971-B8C2-4AB06E75FCE3}" srcOrd="0" destOrd="0" presId="urn:microsoft.com/office/officeart/2005/8/layout/vProcess5"/>
    <dgm:cxn modelId="{90B1568A-A7B9-4501-BCE1-F963E9C50E38}" type="presOf" srcId="{ABE41A68-8A61-492D-B3B4-5FC0EDAD4CA6}" destId="{C7B8FE90-7061-4D28-9C28-B9378C94742C}" srcOrd="0" destOrd="0" presId="urn:microsoft.com/office/officeart/2005/8/layout/vProcess5"/>
    <dgm:cxn modelId="{2054C49B-7614-4CCE-97F6-2CC358862FB8}" srcId="{1A6AE44E-CE5E-4860-89D3-50BE10610B6A}" destId="{86C01FDC-0323-4182-974B-196B237B88DC}" srcOrd="0" destOrd="0" parTransId="{95822DEF-DD78-40B4-B339-F38BB6A58B89}" sibTransId="{E6C7346D-3197-4EC6-99C3-8FBA02598815}"/>
    <dgm:cxn modelId="{7A14EEAD-8CCD-46CC-A7EF-120EDF6BE870}" srcId="{1A6AE44E-CE5E-4860-89D3-50BE10610B6A}" destId="{75E8ED11-0101-4B1A-802E-0D273A97C171}" srcOrd="2" destOrd="0" parTransId="{0CBCCC03-58A0-4B6C-A2FA-8C3F548B254D}" sibTransId="{ABE41A68-8A61-492D-B3B4-5FC0EDAD4CA6}"/>
    <dgm:cxn modelId="{FB33B2B5-3AA0-443B-8306-CA42E6D99D6E}" type="presOf" srcId="{75E8ED11-0101-4B1A-802E-0D273A97C171}" destId="{FD606DF2-6D13-4B76-AC82-BF246317296F}" srcOrd="1" destOrd="0" presId="urn:microsoft.com/office/officeart/2005/8/layout/vProcess5"/>
    <dgm:cxn modelId="{6EDB6CC5-47D4-4473-9437-C72982C7AD80}" type="presOf" srcId="{86C01FDC-0323-4182-974B-196B237B88DC}" destId="{3E54F2D7-C3CC-4F6C-9C09-62A224C5FE64}" srcOrd="1" destOrd="0" presId="urn:microsoft.com/office/officeart/2005/8/layout/vProcess5"/>
    <dgm:cxn modelId="{812D6DE7-7793-4B33-830B-768FD74E631D}" type="presOf" srcId="{4674D3E5-FB22-41B1-816D-86E9F639F6DF}" destId="{287D1187-E8F2-4FB4-8339-A4EDE29666A6}" srcOrd="0" destOrd="0" presId="urn:microsoft.com/office/officeart/2005/8/layout/vProcess5"/>
    <dgm:cxn modelId="{41ABBFF3-5426-4B15-ADB7-0AA3490233BA}" srcId="{1A6AE44E-CE5E-4860-89D3-50BE10610B6A}" destId="{98B3C237-4265-42DF-926C-960798875A51}" srcOrd="1" destOrd="0" parTransId="{A1B83467-565E-40C5-98BB-02DE1133F9E3}" sibTransId="{4674D3E5-FB22-41B1-816D-86E9F639F6DF}"/>
    <dgm:cxn modelId="{2D00AC68-7238-428B-88FE-33C6D8703E47}" type="presParOf" srcId="{228A5A24-B46E-4971-B8C2-4AB06E75FCE3}" destId="{A5121405-FBE9-4339-B59B-3D644004F29A}" srcOrd="0" destOrd="0" presId="urn:microsoft.com/office/officeart/2005/8/layout/vProcess5"/>
    <dgm:cxn modelId="{C3B279B3-8212-42FF-8D1C-520BE2366C59}" type="presParOf" srcId="{228A5A24-B46E-4971-B8C2-4AB06E75FCE3}" destId="{E9E78AF3-99E8-4666-913C-C84B69276B85}" srcOrd="1" destOrd="0" presId="urn:microsoft.com/office/officeart/2005/8/layout/vProcess5"/>
    <dgm:cxn modelId="{0F42CCF6-4EF5-43A8-9BD8-D0B50A7F8339}" type="presParOf" srcId="{228A5A24-B46E-4971-B8C2-4AB06E75FCE3}" destId="{162D8A40-5462-42EA-AF14-5D186F748457}" srcOrd="2" destOrd="0" presId="urn:microsoft.com/office/officeart/2005/8/layout/vProcess5"/>
    <dgm:cxn modelId="{49FEC6B8-7288-47DA-8F60-E64B82DCF3BD}" type="presParOf" srcId="{228A5A24-B46E-4971-B8C2-4AB06E75FCE3}" destId="{024E788A-DFA7-435C-A85E-53D654BD60A6}" srcOrd="3" destOrd="0" presId="urn:microsoft.com/office/officeart/2005/8/layout/vProcess5"/>
    <dgm:cxn modelId="{B24D3713-D9CC-47C8-88A7-9E84AF390328}" type="presParOf" srcId="{228A5A24-B46E-4971-B8C2-4AB06E75FCE3}" destId="{6E71C35D-8F48-48BF-B2E3-CA4E88A5D5FB}" srcOrd="4" destOrd="0" presId="urn:microsoft.com/office/officeart/2005/8/layout/vProcess5"/>
    <dgm:cxn modelId="{54E21D81-F762-47AB-A208-FD346390A8DB}" type="presParOf" srcId="{228A5A24-B46E-4971-B8C2-4AB06E75FCE3}" destId="{2E799DE9-2D94-4F29-AEE2-D6D4BF9CE253}" srcOrd="5" destOrd="0" presId="urn:microsoft.com/office/officeart/2005/8/layout/vProcess5"/>
    <dgm:cxn modelId="{BF1839FB-F0DE-47E0-B6A0-A82D2C5DC4BF}" type="presParOf" srcId="{228A5A24-B46E-4971-B8C2-4AB06E75FCE3}" destId="{287D1187-E8F2-4FB4-8339-A4EDE29666A6}" srcOrd="6" destOrd="0" presId="urn:microsoft.com/office/officeart/2005/8/layout/vProcess5"/>
    <dgm:cxn modelId="{A987B600-6149-48B8-BF2F-2B5CFC1345B2}" type="presParOf" srcId="{228A5A24-B46E-4971-B8C2-4AB06E75FCE3}" destId="{C7B8FE90-7061-4D28-9C28-B9378C94742C}" srcOrd="7" destOrd="0" presId="urn:microsoft.com/office/officeart/2005/8/layout/vProcess5"/>
    <dgm:cxn modelId="{042D7A46-B7C6-42AC-97A8-B10DC82C8AC5}" type="presParOf" srcId="{228A5A24-B46E-4971-B8C2-4AB06E75FCE3}" destId="{3E54F2D7-C3CC-4F6C-9C09-62A224C5FE64}" srcOrd="8" destOrd="0" presId="urn:microsoft.com/office/officeart/2005/8/layout/vProcess5"/>
    <dgm:cxn modelId="{963E25D3-34D7-49FE-91E1-7E4D3082861E}" type="presParOf" srcId="{228A5A24-B46E-4971-B8C2-4AB06E75FCE3}" destId="{1E29DC69-F602-43AF-84AB-2EDC36F2CAFA}" srcOrd="9" destOrd="0" presId="urn:microsoft.com/office/officeart/2005/8/layout/vProcess5"/>
    <dgm:cxn modelId="{FA7F1B86-D592-4A51-998A-F0BAF95299CC}" type="presParOf" srcId="{228A5A24-B46E-4971-B8C2-4AB06E75FCE3}" destId="{FD606DF2-6D13-4B76-AC82-BF246317296F}" srcOrd="10" destOrd="0" presId="urn:microsoft.com/office/officeart/2005/8/layout/vProcess5"/>
    <dgm:cxn modelId="{0ACE09E7-2875-4C38-B667-50446ABBFD0A}" type="presParOf" srcId="{228A5A24-B46E-4971-B8C2-4AB06E75FCE3}" destId="{493D7CD4-647E-4C20-8595-96EC3F2225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BC58574-8DA5-4E01-B9B0-FC5244BB133A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565B254-2B44-4869-923B-B7A0331428DD}">
      <dgm:prSet/>
      <dgm:spPr/>
      <dgm:t>
        <a:bodyPr/>
        <a:lstStyle/>
        <a:p>
          <a:r>
            <a:rPr lang="en-US" b="1"/>
            <a:t>WireShark Lab</a:t>
          </a:r>
          <a:endParaRPr lang="en-US"/>
        </a:p>
      </dgm:t>
    </dgm:pt>
    <dgm:pt modelId="{3E5D80C2-F483-48BF-829D-875D505AB055}" type="parTrans" cxnId="{75526A68-1244-4C46-8789-397D96A8F56D}">
      <dgm:prSet/>
      <dgm:spPr/>
      <dgm:t>
        <a:bodyPr/>
        <a:lstStyle/>
        <a:p>
          <a:endParaRPr lang="en-US"/>
        </a:p>
      </dgm:t>
    </dgm:pt>
    <dgm:pt modelId="{E22EA7CC-5729-410C-A188-B7A9322F4674}" type="sibTrans" cxnId="{75526A68-1244-4C46-8789-397D96A8F56D}">
      <dgm:prSet/>
      <dgm:spPr/>
      <dgm:t>
        <a:bodyPr/>
        <a:lstStyle/>
        <a:p>
          <a:endParaRPr lang="en-US"/>
        </a:p>
      </dgm:t>
    </dgm:pt>
    <dgm:pt modelId="{33727316-5B13-4178-9D0F-7055FC58CD5C}">
      <dgm:prSet/>
      <dgm:spPr/>
      <dgm:t>
        <a:bodyPr/>
        <a:lstStyle/>
        <a:p>
          <a:r>
            <a:rPr lang="en-US" b="1"/>
            <a:t>Demonstration</a:t>
          </a:r>
          <a:endParaRPr lang="en-US"/>
        </a:p>
      </dgm:t>
    </dgm:pt>
    <dgm:pt modelId="{8D4436F0-1FA9-4A72-9483-E8F43826F70F}" type="parTrans" cxnId="{9DA23CEC-3C3D-49BE-AC98-CA9BAE99E120}">
      <dgm:prSet/>
      <dgm:spPr/>
      <dgm:t>
        <a:bodyPr/>
        <a:lstStyle/>
        <a:p>
          <a:endParaRPr lang="en-US"/>
        </a:p>
      </dgm:t>
    </dgm:pt>
    <dgm:pt modelId="{7D67838E-B2C4-4C90-9C57-885B573ACA3E}" type="sibTrans" cxnId="{9DA23CEC-3C3D-49BE-AC98-CA9BAE99E120}">
      <dgm:prSet/>
      <dgm:spPr/>
      <dgm:t>
        <a:bodyPr/>
        <a:lstStyle/>
        <a:p>
          <a:endParaRPr lang="en-US"/>
        </a:p>
      </dgm:t>
    </dgm:pt>
    <dgm:pt modelId="{FB15E414-2211-49A3-B7D9-CD9B9CAAA128}" type="pres">
      <dgm:prSet presAssocID="{CBC58574-8DA5-4E01-B9B0-FC5244BB133A}" presName="root" presStyleCnt="0">
        <dgm:presLayoutVars>
          <dgm:dir/>
          <dgm:resizeHandles val="exact"/>
        </dgm:presLayoutVars>
      </dgm:prSet>
      <dgm:spPr/>
    </dgm:pt>
    <dgm:pt modelId="{01C79EEA-589D-467B-984D-407BE8917EAE}" type="pres">
      <dgm:prSet presAssocID="{8565B254-2B44-4869-923B-B7A0331428DD}" presName="compNode" presStyleCnt="0"/>
      <dgm:spPr/>
    </dgm:pt>
    <dgm:pt modelId="{1A2B08CC-FA85-4C78-BEB9-E0FF7011469F}" type="pres">
      <dgm:prSet presAssocID="{8565B254-2B44-4869-923B-B7A0331428D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116AA4D7-3536-4A4C-9160-0C3DF410EB49}" type="pres">
      <dgm:prSet presAssocID="{8565B254-2B44-4869-923B-B7A0331428DD}" presName="spaceRect" presStyleCnt="0"/>
      <dgm:spPr/>
    </dgm:pt>
    <dgm:pt modelId="{0E499F36-1B4B-4111-A3BF-3E257730251F}" type="pres">
      <dgm:prSet presAssocID="{8565B254-2B44-4869-923B-B7A0331428DD}" presName="textRect" presStyleLbl="revTx" presStyleIdx="0" presStyleCnt="2">
        <dgm:presLayoutVars>
          <dgm:chMax val="1"/>
          <dgm:chPref val="1"/>
        </dgm:presLayoutVars>
      </dgm:prSet>
      <dgm:spPr/>
    </dgm:pt>
    <dgm:pt modelId="{F05F01C6-C385-497C-8997-129129AB1B9E}" type="pres">
      <dgm:prSet presAssocID="{E22EA7CC-5729-410C-A188-B7A9322F4674}" presName="sibTrans" presStyleCnt="0"/>
      <dgm:spPr/>
    </dgm:pt>
    <dgm:pt modelId="{91C65765-0171-411A-8EBF-EB7C73F12969}" type="pres">
      <dgm:prSet presAssocID="{33727316-5B13-4178-9D0F-7055FC58CD5C}" presName="compNode" presStyleCnt="0"/>
      <dgm:spPr/>
    </dgm:pt>
    <dgm:pt modelId="{5329A7B5-FA47-4536-A867-4737410EF834}" type="pres">
      <dgm:prSet presAssocID="{33727316-5B13-4178-9D0F-7055FC58CD5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cher"/>
        </a:ext>
      </dgm:extLst>
    </dgm:pt>
    <dgm:pt modelId="{78D33523-78FA-48B1-8B67-C85EBC9F5295}" type="pres">
      <dgm:prSet presAssocID="{33727316-5B13-4178-9D0F-7055FC58CD5C}" presName="spaceRect" presStyleCnt="0"/>
      <dgm:spPr/>
    </dgm:pt>
    <dgm:pt modelId="{02FA6714-1B2B-4F5B-A75E-4783D85AC8C4}" type="pres">
      <dgm:prSet presAssocID="{33727316-5B13-4178-9D0F-7055FC58CD5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25BEB2B-9B76-4C0B-B0B9-23A1583D5191}" type="presOf" srcId="{8565B254-2B44-4869-923B-B7A0331428DD}" destId="{0E499F36-1B4B-4111-A3BF-3E257730251F}" srcOrd="0" destOrd="0" presId="urn:microsoft.com/office/officeart/2018/2/layout/IconLabelList"/>
    <dgm:cxn modelId="{AB1C6247-44BB-428A-AC11-722CD35E1CA5}" type="presOf" srcId="{33727316-5B13-4178-9D0F-7055FC58CD5C}" destId="{02FA6714-1B2B-4F5B-A75E-4783D85AC8C4}" srcOrd="0" destOrd="0" presId="urn:microsoft.com/office/officeart/2018/2/layout/IconLabelList"/>
    <dgm:cxn modelId="{75526A68-1244-4C46-8789-397D96A8F56D}" srcId="{CBC58574-8DA5-4E01-B9B0-FC5244BB133A}" destId="{8565B254-2B44-4869-923B-B7A0331428DD}" srcOrd="0" destOrd="0" parTransId="{3E5D80C2-F483-48BF-829D-875D505AB055}" sibTransId="{E22EA7CC-5729-410C-A188-B7A9322F4674}"/>
    <dgm:cxn modelId="{A7488EAE-1D93-42EA-9336-B97E28BA67CC}" type="presOf" srcId="{CBC58574-8DA5-4E01-B9B0-FC5244BB133A}" destId="{FB15E414-2211-49A3-B7D9-CD9B9CAAA128}" srcOrd="0" destOrd="0" presId="urn:microsoft.com/office/officeart/2018/2/layout/IconLabelList"/>
    <dgm:cxn modelId="{9DA23CEC-3C3D-49BE-AC98-CA9BAE99E120}" srcId="{CBC58574-8DA5-4E01-B9B0-FC5244BB133A}" destId="{33727316-5B13-4178-9D0F-7055FC58CD5C}" srcOrd="1" destOrd="0" parTransId="{8D4436F0-1FA9-4A72-9483-E8F43826F70F}" sibTransId="{7D67838E-B2C4-4C90-9C57-885B573ACA3E}"/>
    <dgm:cxn modelId="{8C1378E2-636D-4BC9-AA67-68467F38F2AD}" type="presParOf" srcId="{FB15E414-2211-49A3-B7D9-CD9B9CAAA128}" destId="{01C79EEA-589D-467B-984D-407BE8917EAE}" srcOrd="0" destOrd="0" presId="urn:microsoft.com/office/officeart/2018/2/layout/IconLabelList"/>
    <dgm:cxn modelId="{91408140-FF41-490D-A826-A280869978B0}" type="presParOf" srcId="{01C79EEA-589D-467B-984D-407BE8917EAE}" destId="{1A2B08CC-FA85-4C78-BEB9-E0FF7011469F}" srcOrd="0" destOrd="0" presId="urn:microsoft.com/office/officeart/2018/2/layout/IconLabelList"/>
    <dgm:cxn modelId="{05F9E0FB-B852-4B36-983D-6A38270959F6}" type="presParOf" srcId="{01C79EEA-589D-467B-984D-407BE8917EAE}" destId="{116AA4D7-3536-4A4C-9160-0C3DF410EB49}" srcOrd="1" destOrd="0" presId="urn:microsoft.com/office/officeart/2018/2/layout/IconLabelList"/>
    <dgm:cxn modelId="{7681578D-C13C-4CCA-9A67-1A896B0B258B}" type="presParOf" srcId="{01C79EEA-589D-467B-984D-407BE8917EAE}" destId="{0E499F36-1B4B-4111-A3BF-3E257730251F}" srcOrd="2" destOrd="0" presId="urn:microsoft.com/office/officeart/2018/2/layout/IconLabelList"/>
    <dgm:cxn modelId="{35841D3C-E8D3-418C-B590-44F43D140542}" type="presParOf" srcId="{FB15E414-2211-49A3-B7D9-CD9B9CAAA128}" destId="{F05F01C6-C385-497C-8997-129129AB1B9E}" srcOrd="1" destOrd="0" presId="urn:microsoft.com/office/officeart/2018/2/layout/IconLabelList"/>
    <dgm:cxn modelId="{9E8242BE-1D84-432D-AE83-E17CF1F503DE}" type="presParOf" srcId="{FB15E414-2211-49A3-B7D9-CD9B9CAAA128}" destId="{91C65765-0171-411A-8EBF-EB7C73F12969}" srcOrd="2" destOrd="0" presId="urn:microsoft.com/office/officeart/2018/2/layout/IconLabelList"/>
    <dgm:cxn modelId="{7647161D-06F6-40E2-8E4A-78D4A12DDFBB}" type="presParOf" srcId="{91C65765-0171-411A-8EBF-EB7C73F12969}" destId="{5329A7B5-FA47-4536-A867-4737410EF834}" srcOrd="0" destOrd="0" presId="urn:microsoft.com/office/officeart/2018/2/layout/IconLabelList"/>
    <dgm:cxn modelId="{79E35AAE-4046-4C97-9264-0EDF33EE0E7A}" type="presParOf" srcId="{91C65765-0171-411A-8EBF-EB7C73F12969}" destId="{78D33523-78FA-48B1-8B67-C85EBC9F5295}" srcOrd="1" destOrd="0" presId="urn:microsoft.com/office/officeart/2018/2/layout/IconLabelList"/>
    <dgm:cxn modelId="{893931C1-6308-4475-9715-24EE977532E9}" type="presParOf" srcId="{91C65765-0171-411A-8EBF-EB7C73F12969}" destId="{02FA6714-1B2B-4F5B-A75E-4783D85AC8C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BE4AA-1AB5-4869-8FD8-7A7D9BC51CEF}">
      <dsp:nvSpPr>
        <dsp:cNvPr id="0" name=""/>
        <dsp:cNvSpPr/>
      </dsp:nvSpPr>
      <dsp:spPr>
        <a:xfrm rot="5400000">
          <a:off x="3562992" y="-1122799"/>
          <a:ext cx="1414462" cy="40190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Impact on security principles 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CIA-AAA</a:t>
          </a:r>
        </a:p>
      </dsp:txBody>
      <dsp:txXfrm rot="-5400000">
        <a:off x="2260706" y="248535"/>
        <a:ext cx="3949986" cy="1276366"/>
      </dsp:txXfrm>
    </dsp:sp>
    <dsp:sp modelId="{1C21A926-489E-4954-956A-E7CF96886556}">
      <dsp:nvSpPr>
        <dsp:cNvPr id="0" name=""/>
        <dsp:cNvSpPr/>
      </dsp:nvSpPr>
      <dsp:spPr>
        <a:xfrm>
          <a:off x="0" y="2678"/>
          <a:ext cx="2260706" cy="1768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MetaStealer Incident Response &amp; Executive Briefing</a:t>
          </a:r>
        </a:p>
      </dsp:txBody>
      <dsp:txXfrm>
        <a:off x="86310" y="88988"/>
        <a:ext cx="2088086" cy="1595458"/>
      </dsp:txXfrm>
    </dsp:sp>
    <dsp:sp modelId="{44D89255-9BAC-4937-AD77-9E526728D4BC}">
      <dsp:nvSpPr>
        <dsp:cNvPr id="0" name=""/>
        <dsp:cNvSpPr/>
      </dsp:nvSpPr>
      <dsp:spPr>
        <a:xfrm rot="5400000">
          <a:off x="3562992" y="733682"/>
          <a:ext cx="1414462" cy="40190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POLP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DiD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ZTA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Access control</a:t>
          </a:r>
        </a:p>
      </dsp:txBody>
      <dsp:txXfrm rot="-5400000">
        <a:off x="2260706" y="2105016"/>
        <a:ext cx="3949986" cy="1276366"/>
      </dsp:txXfrm>
    </dsp:sp>
    <dsp:sp modelId="{6ACEBEBC-AAC7-4D6C-8C2F-EC4DFFBB4007}">
      <dsp:nvSpPr>
        <dsp:cNvPr id="0" name=""/>
        <dsp:cNvSpPr/>
      </dsp:nvSpPr>
      <dsp:spPr>
        <a:xfrm>
          <a:off x="0" y="1859160"/>
          <a:ext cx="2260706" cy="1768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Three mitigation principles </a:t>
          </a:r>
        </a:p>
      </dsp:txBody>
      <dsp:txXfrm>
        <a:off x="86310" y="1945470"/>
        <a:ext cx="2088086" cy="1595458"/>
      </dsp:txXfrm>
    </dsp:sp>
    <dsp:sp modelId="{9FBA97AF-A1CC-4935-8F8C-121A6D6E4766}">
      <dsp:nvSpPr>
        <dsp:cNvPr id="0" name=""/>
        <dsp:cNvSpPr/>
      </dsp:nvSpPr>
      <dsp:spPr>
        <a:xfrm rot="5400000">
          <a:off x="3562992" y="2590164"/>
          <a:ext cx="1414462" cy="401903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NIST CSF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MITRE ATT&amp;CK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ISO 27001</a:t>
          </a:r>
        </a:p>
      </dsp:txBody>
      <dsp:txXfrm rot="-5400000">
        <a:off x="2260706" y="3961498"/>
        <a:ext cx="3949986" cy="1276366"/>
      </dsp:txXfrm>
    </dsp:sp>
    <dsp:sp modelId="{E498578C-0A38-443F-B03A-6D1BE5BEE7C2}">
      <dsp:nvSpPr>
        <dsp:cNvPr id="0" name=""/>
        <dsp:cNvSpPr/>
      </dsp:nvSpPr>
      <dsp:spPr>
        <a:xfrm>
          <a:off x="0" y="3715642"/>
          <a:ext cx="2260706" cy="176807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Framework recommendations with justifications</a:t>
          </a:r>
        </a:p>
      </dsp:txBody>
      <dsp:txXfrm>
        <a:off x="86310" y="3801952"/>
        <a:ext cx="2088086" cy="15954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CCF21-1D86-4743-BE31-DE0A26CA6C97}">
      <dsp:nvSpPr>
        <dsp:cNvPr id="0" name=""/>
        <dsp:cNvSpPr/>
      </dsp:nvSpPr>
      <dsp:spPr>
        <a:xfrm>
          <a:off x="64950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84AE86-5E70-4F8F-BD36-2AAFD7924417}">
      <dsp:nvSpPr>
        <dsp:cNvPr id="0" name=""/>
        <dsp:cNvSpPr/>
      </dsp:nvSpPr>
      <dsp:spPr>
        <a:xfrm>
          <a:off x="2338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err="1"/>
            <a:t>Defence</a:t>
          </a:r>
          <a:r>
            <a:rPr lang="en-US" sz="2100" kern="1200"/>
            <a:t> in Depth (DID)</a:t>
          </a:r>
        </a:p>
      </dsp:txBody>
      <dsp:txXfrm>
        <a:off x="2338" y="2623477"/>
        <a:ext cx="2353348" cy="720000"/>
      </dsp:txXfrm>
    </dsp:sp>
    <dsp:sp modelId="{B6744E66-5868-4957-A70C-69B0F5C6DA74}">
      <dsp:nvSpPr>
        <dsp:cNvPr id="0" name=""/>
        <dsp:cNvSpPr/>
      </dsp:nvSpPr>
      <dsp:spPr>
        <a:xfrm>
          <a:off x="341469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59FB5-A4FC-4BC4-B53C-84E2454308D5}">
      <dsp:nvSpPr>
        <dsp:cNvPr id="0" name=""/>
        <dsp:cNvSpPr/>
      </dsp:nvSpPr>
      <dsp:spPr>
        <a:xfrm>
          <a:off x="276752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Principles of lease privilege (POLP)</a:t>
          </a:r>
        </a:p>
      </dsp:txBody>
      <dsp:txXfrm>
        <a:off x="2767522" y="2623477"/>
        <a:ext cx="2353348" cy="720000"/>
      </dsp:txXfrm>
    </dsp:sp>
    <dsp:sp modelId="{D541E603-85DE-43BD-8428-5E13F0EE7B98}">
      <dsp:nvSpPr>
        <dsp:cNvPr id="0" name=""/>
        <dsp:cNvSpPr/>
      </dsp:nvSpPr>
      <dsp:spPr>
        <a:xfrm>
          <a:off x="6179878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8CDF0-455C-498E-B1E1-58F0A124E162}">
      <dsp:nvSpPr>
        <dsp:cNvPr id="0" name=""/>
        <dsp:cNvSpPr/>
      </dsp:nvSpPr>
      <dsp:spPr>
        <a:xfrm>
          <a:off x="5532707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Zero Trust Security</a:t>
          </a:r>
        </a:p>
      </dsp:txBody>
      <dsp:txXfrm>
        <a:off x="5532707" y="2623477"/>
        <a:ext cx="2353348" cy="720000"/>
      </dsp:txXfrm>
    </dsp:sp>
    <dsp:sp modelId="{23897C45-F2DE-48CD-8142-3568A47254CA}">
      <dsp:nvSpPr>
        <dsp:cNvPr id="0" name=""/>
        <dsp:cNvSpPr/>
      </dsp:nvSpPr>
      <dsp:spPr>
        <a:xfrm>
          <a:off x="8945063" y="1250350"/>
          <a:ext cx="1059006" cy="105900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BA183-7193-4E4E-B66A-ACE8CD89B23C}">
      <dsp:nvSpPr>
        <dsp:cNvPr id="0" name=""/>
        <dsp:cNvSpPr/>
      </dsp:nvSpPr>
      <dsp:spPr>
        <a:xfrm>
          <a:off x="8297892" y="2623477"/>
          <a:ext cx="235334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Access Controls</a:t>
          </a:r>
        </a:p>
      </dsp:txBody>
      <dsp:txXfrm>
        <a:off x="8297892" y="2623477"/>
        <a:ext cx="2353348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EDDE6C-B574-41CD-A531-7D42F59FD700}">
      <dsp:nvSpPr>
        <dsp:cNvPr id="0" name=""/>
        <dsp:cNvSpPr/>
      </dsp:nvSpPr>
      <dsp:spPr>
        <a:xfrm>
          <a:off x="8470" y="255746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36EFD5-1702-4083-8A93-428DA957B8F5}">
      <dsp:nvSpPr>
        <dsp:cNvPr id="0" name=""/>
        <dsp:cNvSpPr/>
      </dsp:nvSpPr>
      <dsp:spPr>
        <a:xfrm>
          <a:off x="173697" y="420974"/>
          <a:ext cx="456341" cy="4563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F1E94-1743-41B6-A09E-708480D44AD0}">
      <dsp:nvSpPr>
        <dsp:cNvPr id="0" name=""/>
        <dsp:cNvSpPr/>
      </dsp:nvSpPr>
      <dsp:spPr>
        <a:xfrm>
          <a:off x="963865" y="255746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Reduces business risks</a:t>
          </a:r>
        </a:p>
      </dsp:txBody>
      <dsp:txXfrm>
        <a:off x="963865" y="255746"/>
        <a:ext cx="1854591" cy="786796"/>
      </dsp:txXfrm>
    </dsp:sp>
    <dsp:sp modelId="{86ACCFFB-F92A-4B44-AD6D-55875A937890}">
      <dsp:nvSpPr>
        <dsp:cNvPr id="0" name=""/>
        <dsp:cNvSpPr/>
      </dsp:nvSpPr>
      <dsp:spPr>
        <a:xfrm>
          <a:off x="3141606" y="255746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35BB54-71D1-4ED5-94E7-F3A8CC6A1AD5}">
      <dsp:nvSpPr>
        <dsp:cNvPr id="0" name=""/>
        <dsp:cNvSpPr/>
      </dsp:nvSpPr>
      <dsp:spPr>
        <a:xfrm>
          <a:off x="3306833" y="420974"/>
          <a:ext cx="456341" cy="4563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9CDB63-8941-4E3F-B4BB-E8004C2760BA}">
      <dsp:nvSpPr>
        <dsp:cNvPr id="0" name=""/>
        <dsp:cNvSpPr/>
      </dsp:nvSpPr>
      <dsp:spPr>
        <a:xfrm>
          <a:off x="4097002" y="255746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Reduces system disruptions</a:t>
          </a:r>
        </a:p>
      </dsp:txBody>
      <dsp:txXfrm>
        <a:off x="4097002" y="255746"/>
        <a:ext cx="1854591" cy="786796"/>
      </dsp:txXfrm>
    </dsp:sp>
    <dsp:sp modelId="{9746F1EB-40F2-4CCD-91DB-7C4C097D8CDE}">
      <dsp:nvSpPr>
        <dsp:cNvPr id="0" name=""/>
        <dsp:cNvSpPr/>
      </dsp:nvSpPr>
      <dsp:spPr>
        <a:xfrm>
          <a:off x="6274742" y="255746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394D10-9F7F-4633-8A35-D624B9539A78}">
      <dsp:nvSpPr>
        <dsp:cNvPr id="0" name=""/>
        <dsp:cNvSpPr/>
      </dsp:nvSpPr>
      <dsp:spPr>
        <a:xfrm>
          <a:off x="6439969" y="420974"/>
          <a:ext cx="456341" cy="45634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3FCFC-F751-40BD-A0D0-154FEA551AC7}">
      <dsp:nvSpPr>
        <dsp:cNvPr id="0" name=""/>
        <dsp:cNvSpPr/>
      </dsp:nvSpPr>
      <dsp:spPr>
        <a:xfrm>
          <a:off x="7230138" y="255746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Reduces loss of data</a:t>
          </a:r>
        </a:p>
      </dsp:txBody>
      <dsp:txXfrm>
        <a:off x="7230138" y="255746"/>
        <a:ext cx="1854591" cy="786796"/>
      </dsp:txXfrm>
    </dsp:sp>
    <dsp:sp modelId="{6E339C84-2216-472E-B95E-2D212023A7B0}">
      <dsp:nvSpPr>
        <dsp:cNvPr id="0" name=""/>
        <dsp:cNvSpPr/>
      </dsp:nvSpPr>
      <dsp:spPr>
        <a:xfrm>
          <a:off x="8470" y="1782270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047995-E478-4CB8-BFB7-52C2F2A8B70C}">
      <dsp:nvSpPr>
        <dsp:cNvPr id="0" name=""/>
        <dsp:cNvSpPr/>
      </dsp:nvSpPr>
      <dsp:spPr>
        <a:xfrm>
          <a:off x="173697" y="1947498"/>
          <a:ext cx="456341" cy="45634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C1B7EA-3485-42E5-8E2B-97DFC288F377}">
      <dsp:nvSpPr>
        <dsp:cNvPr id="0" name=""/>
        <dsp:cNvSpPr/>
      </dsp:nvSpPr>
      <dsp:spPr>
        <a:xfrm>
          <a:off x="963865" y="1782270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Stop  financial loss.</a:t>
          </a:r>
        </a:p>
      </dsp:txBody>
      <dsp:txXfrm>
        <a:off x="963865" y="1782270"/>
        <a:ext cx="1854591" cy="786796"/>
      </dsp:txXfrm>
    </dsp:sp>
    <dsp:sp modelId="{DB02EF3B-1468-4C28-B95A-440E79A36889}">
      <dsp:nvSpPr>
        <dsp:cNvPr id="0" name=""/>
        <dsp:cNvSpPr/>
      </dsp:nvSpPr>
      <dsp:spPr>
        <a:xfrm>
          <a:off x="3141606" y="1782270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A18F5-67FE-45C9-9A45-B115F56C8F90}">
      <dsp:nvSpPr>
        <dsp:cNvPr id="0" name=""/>
        <dsp:cNvSpPr/>
      </dsp:nvSpPr>
      <dsp:spPr>
        <a:xfrm>
          <a:off x="3306833" y="1947498"/>
          <a:ext cx="456341" cy="45634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3D4EB-154E-4B89-A884-84C45248CE3C}">
      <dsp:nvSpPr>
        <dsp:cNvPr id="0" name=""/>
        <dsp:cNvSpPr/>
      </dsp:nvSpPr>
      <dsp:spPr>
        <a:xfrm>
          <a:off x="4097002" y="1782270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Reduce harm to customers if a breach occurs.</a:t>
          </a:r>
        </a:p>
      </dsp:txBody>
      <dsp:txXfrm>
        <a:off x="4097002" y="1782270"/>
        <a:ext cx="1854591" cy="786796"/>
      </dsp:txXfrm>
    </dsp:sp>
    <dsp:sp modelId="{C9FF75EE-88AB-49AD-BD85-1DDAEB525312}">
      <dsp:nvSpPr>
        <dsp:cNvPr id="0" name=""/>
        <dsp:cNvSpPr/>
      </dsp:nvSpPr>
      <dsp:spPr>
        <a:xfrm>
          <a:off x="6274742" y="1782270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9DD28-5AA8-421F-B67D-0F9FF25256F0}">
      <dsp:nvSpPr>
        <dsp:cNvPr id="0" name=""/>
        <dsp:cNvSpPr/>
      </dsp:nvSpPr>
      <dsp:spPr>
        <a:xfrm>
          <a:off x="6439969" y="1947498"/>
          <a:ext cx="456341" cy="45634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247F2-1745-4FDD-9DEC-E60BA64BDE33}">
      <dsp:nvSpPr>
        <dsp:cNvPr id="0" name=""/>
        <dsp:cNvSpPr/>
      </dsp:nvSpPr>
      <dsp:spPr>
        <a:xfrm>
          <a:off x="7230138" y="1782270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Builds customer trust </a:t>
          </a:r>
        </a:p>
      </dsp:txBody>
      <dsp:txXfrm>
        <a:off x="7230138" y="1782270"/>
        <a:ext cx="1854591" cy="786796"/>
      </dsp:txXfrm>
    </dsp:sp>
    <dsp:sp modelId="{4278EE58-30E7-4669-8DC7-16DF72057141}">
      <dsp:nvSpPr>
        <dsp:cNvPr id="0" name=""/>
        <dsp:cNvSpPr/>
      </dsp:nvSpPr>
      <dsp:spPr>
        <a:xfrm>
          <a:off x="8470" y="3308794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66A03-8CA8-4059-BB8B-7E3D90D7DE31}">
      <dsp:nvSpPr>
        <dsp:cNvPr id="0" name=""/>
        <dsp:cNvSpPr/>
      </dsp:nvSpPr>
      <dsp:spPr>
        <a:xfrm>
          <a:off x="173697" y="3474021"/>
          <a:ext cx="456341" cy="45634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44547-C31B-4A9F-9A5A-2DDA3517F62D}">
      <dsp:nvSpPr>
        <dsp:cNvPr id="0" name=""/>
        <dsp:cNvSpPr/>
      </dsp:nvSpPr>
      <dsp:spPr>
        <a:xfrm>
          <a:off x="963865" y="3308794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Protect the company's reputation.</a:t>
          </a:r>
        </a:p>
      </dsp:txBody>
      <dsp:txXfrm>
        <a:off x="963865" y="3308794"/>
        <a:ext cx="1854591" cy="786796"/>
      </dsp:txXfrm>
    </dsp:sp>
    <dsp:sp modelId="{12C1B7B5-8DF8-441A-B054-D7CAA364CD53}">
      <dsp:nvSpPr>
        <dsp:cNvPr id="0" name=""/>
        <dsp:cNvSpPr/>
      </dsp:nvSpPr>
      <dsp:spPr>
        <a:xfrm>
          <a:off x="3141606" y="3308794"/>
          <a:ext cx="786796" cy="78679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A96B9-9724-4561-B852-58EFD0727964}">
      <dsp:nvSpPr>
        <dsp:cNvPr id="0" name=""/>
        <dsp:cNvSpPr/>
      </dsp:nvSpPr>
      <dsp:spPr>
        <a:xfrm>
          <a:off x="3306833" y="3474021"/>
          <a:ext cx="456341" cy="456341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85E972-127B-487F-8A70-926E5E55894E}">
      <dsp:nvSpPr>
        <dsp:cNvPr id="0" name=""/>
        <dsp:cNvSpPr/>
      </dsp:nvSpPr>
      <dsp:spPr>
        <a:xfrm>
          <a:off x="4097002" y="3308794"/>
          <a:ext cx="1854591" cy="78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 have an obligation to protect customer data by complying with NZ Privacy Act, GDPR.</a:t>
          </a:r>
        </a:p>
      </dsp:txBody>
      <dsp:txXfrm>
        <a:off x="4097002" y="3308794"/>
        <a:ext cx="1854591" cy="7867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B566B-9775-4294-95B6-7CC64E691167}">
      <dsp:nvSpPr>
        <dsp:cNvPr id="0" name=""/>
        <dsp:cNvSpPr/>
      </dsp:nvSpPr>
      <dsp:spPr>
        <a:xfrm>
          <a:off x="0" y="560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1CE8AF-3392-4A8B-97E2-8A6BE0ED3182}">
      <dsp:nvSpPr>
        <dsp:cNvPr id="0" name=""/>
        <dsp:cNvSpPr/>
      </dsp:nvSpPr>
      <dsp:spPr>
        <a:xfrm>
          <a:off x="396941" y="295806"/>
          <a:ext cx="721711" cy="72171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BA196-4E4A-43D1-83E3-1D09464603C2}">
      <dsp:nvSpPr>
        <dsp:cNvPr id="0" name=""/>
        <dsp:cNvSpPr/>
      </dsp:nvSpPr>
      <dsp:spPr>
        <a:xfrm>
          <a:off x="1515593" y="560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NIST CSF</a:t>
          </a:r>
        </a:p>
      </dsp:txBody>
      <dsp:txXfrm>
        <a:off x="1515593" y="560"/>
        <a:ext cx="4794110" cy="1312201"/>
      </dsp:txXfrm>
    </dsp:sp>
    <dsp:sp modelId="{9D89E63A-EDFF-46DF-8374-337AE9F0E2FA}">
      <dsp:nvSpPr>
        <dsp:cNvPr id="0" name=""/>
        <dsp:cNvSpPr/>
      </dsp:nvSpPr>
      <dsp:spPr>
        <a:xfrm>
          <a:off x="6309703" y="560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Helps prevent, detect, and respond to threats like phishing and malware effectively.</a:t>
          </a:r>
        </a:p>
      </dsp:txBody>
      <dsp:txXfrm>
        <a:off x="6309703" y="560"/>
        <a:ext cx="4343875" cy="1312201"/>
      </dsp:txXfrm>
    </dsp:sp>
    <dsp:sp modelId="{BDCA61B9-0B45-48E3-BC0F-EE114BBCE092}">
      <dsp:nvSpPr>
        <dsp:cNvPr id="0" name=""/>
        <dsp:cNvSpPr/>
      </dsp:nvSpPr>
      <dsp:spPr>
        <a:xfrm>
          <a:off x="0" y="1640813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11B64-EDCD-4693-BCE7-A1EC2242B67B}">
      <dsp:nvSpPr>
        <dsp:cNvPr id="0" name=""/>
        <dsp:cNvSpPr/>
      </dsp:nvSpPr>
      <dsp:spPr>
        <a:xfrm>
          <a:off x="396941" y="1936058"/>
          <a:ext cx="721711" cy="72171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5BCC41-7926-47A0-B0DF-53EE065E0765}">
      <dsp:nvSpPr>
        <dsp:cNvPr id="0" name=""/>
        <dsp:cNvSpPr/>
      </dsp:nvSpPr>
      <dsp:spPr>
        <a:xfrm>
          <a:off x="1515593" y="1640813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MITRE ATT&amp;CK</a:t>
          </a:r>
        </a:p>
      </dsp:txBody>
      <dsp:txXfrm>
        <a:off x="1515593" y="1640813"/>
        <a:ext cx="4794110" cy="1312201"/>
      </dsp:txXfrm>
    </dsp:sp>
    <dsp:sp modelId="{6B8FD8CF-D0DF-4FE9-8F67-501725E8F7E7}">
      <dsp:nvSpPr>
        <dsp:cNvPr id="0" name=""/>
        <dsp:cNvSpPr/>
      </dsp:nvSpPr>
      <dsp:spPr>
        <a:xfrm>
          <a:off x="6309703" y="1640813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Helps to classify and understand adversary behaviors based on Tactics, Techniques, and Procedures (TTPs).</a:t>
          </a:r>
        </a:p>
      </dsp:txBody>
      <dsp:txXfrm>
        <a:off x="6309703" y="1640813"/>
        <a:ext cx="4343875" cy="1312201"/>
      </dsp:txXfrm>
    </dsp:sp>
    <dsp:sp modelId="{0D741BC9-DFAF-43F5-BECA-761DF15FD81E}">
      <dsp:nvSpPr>
        <dsp:cNvPr id="0" name=""/>
        <dsp:cNvSpPr/>
      </dsp:nvSpPr>
      <dsp:spPr>
        <a:xfrm>
          <a:off x="0" y="3281065"/>
          <a:ext cx="10653579" cy="13122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D0FB3-DB3A-48A2-8DA3-EE6C8E380AF5}">
      <dsp:nvSpPr>
        <dsp:cNvPr id="0" name=""/>
        <dsp:cNvSpPr/>
      </dsp:nvSpPr>
      <dsp:spPr>
        <a:xfrm>
          <a:off x="396941" y="3576310"/>
          <a:ext cx="721711" cy="72171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34A6B-E700-4037-8B6A-83B0A9225D77}">
      <dsp:nvSpPr>
        <dsp:cNvPr id="0" name=""/>
        <dsp:cNvSpPr/>
      </dsp:nvSpPr>
      <dsp:spPr>
        <a:xfrm>
          <a:off x="1515593" y="3281065"/>
          <a:ext cx="4794110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ISO/IEC 27001</a:t>
          </a:r>
        </a:p>
      </dsp:txBody>
      <dsp:txXfrm>
        <a:off x="1515593" y="3281065"/>
        <a:ext cx="4794110" cy="1312201"/>
      </dsp:txXfrm>
    </dsp:sp>
    <dsp:sp modelId="{87ED5233-8E94-4386-89A5-259D13CEB287}">
      <dsp:nvSpPr>
        <dsp:cNvPr id="0" name=""/>
        <dsp:cNvSpPr/>
      </dsp:nvSpPr>
      <dsp:spPr>
        <a:xfrm>
          <a:off x="6309703" y="3281065"/>
          <a:ext cx="4343875" cy="13122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875" tIns="138875" rIns="138875" bIns="13887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Assists in implementing an organization-wide security strategy, including awareness training to prevent phishing attacks.</a:t>
          </a:r>
        </a:p>
      </dsp:txBody>
      <dsp:txXfrm>
        <a:off x="6309703" y="3281065"/>
        <a:ext cx="4343875" cy="13122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994BE-3A73-4CA7-8D16-395B77483733}">
      <dsp:nvSpPr>
        <dsp:cNvPr id="0" name=""/>
        <dsp:cNvSpPr/>
      </dsp:nvSpPr>
      <dsp:spPr>
        <a:xfrm>
          <a:off x="547789" y="1216914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AEA13E-29C8-4C97-B36F-708F1D702C74}">
      <dsp:nvSpPr>
        <dsp:cNvPr id="0" name=""/>
        <dsp:cNvSpPr/>
      </dsp:nvSpPr>
      <dsp:spPr>
        <a:xfrm>
          <a:off x="781789" y="1450914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3172B-D97C-4ECE-805A-24314E364F56}">
      <dsp:nvSpPr>
        <dsp:cNvPr id="0" name=""/>
        <dsp:cNvSpPr/>
      </dsp:nvSpPr>
      <dsp:spPr>
        <a:xfrm>
          <a:off x="196789" y="26569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Identify</a:t>
          </a:r>
        </a:p>
      </dsp:txBody>
      <dsp:txXfrm>
        <a:off x="196789" y="2656914"/>
        <a:ext cx="1800000" cy="720000"/>
      </dsp:txXfrm>
    </dsp:sp>
    <dsp:sp modelId="{9672917D-2754-4188-B23F-C4E299D52416}">
      <dsp:nvSpPr>
        <dsp:cNvPr id="0" name=""/>
        <dsp:cNvSpPr/>
      </dsp:nvSpPr>
      <dsp:spPr>
        <a:xfrm>
          <a:off x="2662789" y="1216914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80DF3D-05CD-4669-8BC2-5F107B530BD4}">
      <dsp:nvSpPr>
        <dsp:cNvPr id="0" name=""/>
        <dsp:cNvSpPr/>
      </dsp:nvSpPr>
      <dsp:spPr>
        <a:xfrm>
          <a:off x="2896789" y="1450914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A30D5-0B92-43B8-9BAE-6C6C793C9B4E}">
      <dsp:nvSpPr>
        <dsp:cNvPr id="0" name=""/>
        <dsp:cNvSpPr/>
      </dsp:nvSpPr>
      <dsp:spPr>
        <a:xfrm>
          <a:off x="2311789" y="26569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Protect</a:t>
          </a:r>
        </a:p>
      </dsp:txBody>
      <dsp:txXfrm>
        <a:off x="2311789" y="2656914"/>
        <a:ext cx="1800000" cy="720000"/>
      </dsp:txXfrm>
    </dsp:sp>
    <dsp:sp modelId="{28B57B7A-A55C-4FDB-8E55-CB417938E3E3}">
      <dsp:nvSpPr>
        <dsp:cNvPr id="0" name=""/>
        <dsp:cNvSpPr/>
      </dsp:nvSpPr>
      <dsp:spPr>
        <a:xfrm>
          <a:off x="4777789" y="1216914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AA871-601F-4763-88D7-8DDF23EE1E7D}">
      <dsp:nvSpPr>
        <dsp:cNvPr id="0" name=""/>
        <dsp:cNvSpPr/>
      </dsp:nvSpPr>
      <dsp:spPr>
        <a:xfrm>
          <a:off x="5011789" y="1450914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12B7A9-BB80-42E8-A12F-0E8F0A96A82D}">
      <dsp:nvSpPr>
        <dsp:cNvPr id="0" name=""/>
        <dsp:cNvSpPr/>
      </dsp:nvSpPr>
      <dsp:spPr>
        <a:xfrm>
          <a:off x="4426789" y="26569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Detect</a:t>
          </a:r>
        </a:p>
      </dsp:txBody>
      <dsp:txXfrm>
        <a:off x="4426789" y="2656914"/>
        <a:ext cx="1800000" cy="720000"/>
      </dsp:txXfrm>
    </dsp:sp>
    <dsp:sp modelId="{EF6883CD-A70F-4C44-B1BE-717270BEA17E}">
      <dsp:nvSpPr>
        <dsp:cNvPr id="0" name=""/>
        <dsp:cNvSpPr/>
      </dsp:nvSpPr>
      <dsp:spPr>
        <a:xfrm>
          <a:off x="6892789" y="1216914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012C1B-54E8-4BA2-9E2D-D4B929BB882A}">
      <dsp:nvSpPr>
        <dsp:cNvPr id="0" name=""/>
        <dsp:cNvSpPr/>
      </dsp:nvSpPr>
      <dsp:spPr>
        <a:xfrm>
          <a:off x="7126789" y="1450914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2901B8-5832-43B4-92C3-86859CBC1547}">
      <dsp:nvSpPr>
        <dsp:cNvPr id="0" name=""/>
        <dsp:cNvSpPr/>
      </dsp:nvSpPr>
      <dsp:spPr>
        <a:xfrm>
          <a:off x="6541789" y="26569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Respond</a:t>
          </a:r>
        </a:p>
      </dsp:txBody>
      <dsp:txXfrm>
        <a:off x="6541789" y="2656914"/>
        <a:ext cx="1800000" cy="720000"/>
      </dsp:txXfrm>
    </dsp:sp>
    <dsp:sp modelId="{F08E3330-CA13-4EDA-B47E-7B8820C76654}">
      <dsp:nvSpPr>
        <dsp:cNvPr id="0" name=""/>
        <dsp:cNvSpPr/>
      </dsp:nvSpPr>
      <dsp:spPr>
        <a:xfrm>
          <a:off x="9007789" y="1216914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CF3B7-E8C9-40C4-87CA-8755A410BA21}">
      <dsp:nvSpPr>
        <dsp:cNvPr id="0" name=""/>
        <dsp:cNvSpPr/>
      </dsp:nvSpPr>
      <dsp:spPr>
        <a:xfrm>
          <a:off x="9241789" y="1450914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AE32A-D4B8-4769-8707-7FDA1E95152C}">
      <dsp:nvSpPr>
        <dsp:cNvPr id="0" name=""/>
        <dsp:cNvSpPr/>
      </dsp:nvSpPr>
      <dsp:spPr>
        <a:xfrm>
          <a:off x="8656789" y="265691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Recover</a:t>
          </a:r>
        </a:p>
      </dsp:txBody>
      <dsp:txXfrm>
        <a:off x="8656789" y="2656914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7D80A4-2184-41CA-8752-779CCA720173}">
      <dsp:nvSpPr>
        <dsp:cNvPr id="0" name=""/>
        <dsp:cNvSpPr/>
      </dsp:nvSpPr>
      <dsp:spPr>
        <a:xfrm>
          <a:off x="415130" y="0"/>
          <a:ext cx="4351338" cy="435133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295A5-9CB0-47E6-AD2D-25E7E9A360F6}">
      <dsp:nvSpPr>
        <dsp:cNvPr id="0" name=""/>
        <dsp:cNvSpPr/>
      </dsp:nvSpPr>
      <dsp:spPr>
        <a:xfrm>
          <a:off x="828508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Maps MetaStealer's attack chain precisely</a:t>
          </a:r>
        </a:p>
      </dsp:txBody>
      <dsp:txXfrm>
        <a:off x="911350" y="496219"/>
        <a:ext cx="1531337" cy="1531337"/>
      </dsp:txXfrm>
    </dsp:sp>
    <dsp:sp modelId="{74EAE5E5-D4B7-4574-AC7F-B75C041E3F25}">
      <dsp:nvSpPr>
        <dsp:cNvPr id="0" name=""/>
        <dsp:cNvSpPr/>
      </dsp:nvSpPr>
      <dsp:spPr>
        <a:xfrm>
          <a:off x="2656070" y="413377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Improves threat detection</a:t>
          </a:r>
        </a:p>
      </dsp:txBody>
      <dsp:txXfrm>
        <a:off x="2738912" y="496219"/>
        <a:ext cx="1531337" cy="1531337"/>
      </dsp:txXfrm>
    </dsp:sp>
    <dsp:sp modelId="{DD2B6B00-063F-4514-8BC7-3514E7DC9A8D}">
      <dsp:nvSpPr>
        <dsp:cNvPr id="0" name=""/>
        <dsp:cNvSpPr/>
      </dsp:nvSpPr>
      <dsp:spPr>
        <a:xfrm>
          <a:off x="828508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Enables proactive threat hunting</a:t>
          </a:r>
        </a:p>
      </dsp:txBody>
      <dsp:txXfrm>
        <a:off x="911350" y="2323781"/>
        <a:ext cx="1531337" cy="1531337"/>
      </dsp:txXfrm>
    </dsp:sp>
    <dsp:sp modelId="{D040BDE4-6E2C-4092-9BDC-8C26D8B16C69}">
      <dsp:nvSpPr>
        <dsp:cNvPr id="0" name=""/>
        <dsp:cNvSpPr/>
      </dsp:nvSpPr>
      <dsp:spPr>
        <a:xfrm>
          <a:off x="2656070" y="2240939"/>
          <a:ext cx="1697021" cy="16970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Supports behavior-based defense</a:t>
          </a:r>
        </a:p>
      </dsp:txBody>
      <dsp:txXfrm>
        <a:off x="2738912" y="2323781"/>
        <a:ext cx="1531337" cy="153133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FB478E-3721-42B7-B417-A57209B00233}">
      <dsp:nvSpPr>
        <dsp:cNvPr id="0" name=""/>
        <dsp:cNvSpPr/>
      </dsp:nvSpPr>
      <dsp:spPr>
        <a:xfrm>
          <a:off x="1125496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D1BB4B-133A-45D7-917C-3CBC0B2B312A}">
      <dsp:nvSpPr>
        <dsp:cNvPr id="0" name=""/>
        <dsp:cNvSpPr/>
      </dsp:nvSpPr>
      <dsp:spPr>
        <a:xfrm>
          <a:off x="133892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18AD3-D0B2-42CB-BE6E-308FD5359DB3}">
      <dsp:nvSpPr>
        <dsp:cNvPr id="0" name=""/>
        <dsp:cNvSpPr/>
      </dsp:nvSpPr>
      <dsp:spPr>
        <a:xfrm>
          <a:off x="80534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Security policy gaps</a:t>
          </a:r>
        </a:p>
      </dsp:txBody>
      <dsp:txXfrm>
        <a:off x="805345" y="1313725"/>
        <a:ext cx="1641796" cy="656718"/>
      </dsp:txXfrm>
    </dsp:sp>
    <dsp:sp modelId="{9479978D-D642-4DBD-99E9-F01566567320}">
      <dsp:nvSpPr>
        <dsp:cNvPr id="0" name=""/>
        <dsp:cNvSpPr/>
      </dsp:nvSpPr>
      <dsp:spPr>
        <a:xfrm>
          <a:off x="3054607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9048B-0757-429F-8513-FE2D275D9479}">
      <dsp:nvSpPr>
        <dsp:cNvPr id="0" name=""/>
        <dsp:cNvSpPr/>
      </dsp:nvSpPr>
      <dsp:spPr>
        <a:xfrm>
          <a:off x="326804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833A43-B440-49C6-AC04-1936D9EE417D}">
      <dsp:nvSpPr>
        <dsp:cNvPr id="0" name=""/>
        <dsp:cNvSpPr/>
      </dsp:nvSpPr>
      <dsp:spPr>
        <a:xfrm>
          <a:off x="273445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Risk management weakness</a:t>
          </a:r>
        </a:p>
      </dsp:txBody>
      <dsp:txXfrm>
        <a:off x="2734457" y="1313725"/>
        <a:ext cx="1641796" cy="656718"/>
      </dsp:txXfrm>
    </dsp:sp>
    <dsp:sp modelId="{362FB889-3CD7-440E-844F-4138CFECEB55}">
      <dsp:nvSpPr>
        <dsp:cNvPr id="0" name=""/>
        <dsp:cNvSpPr/>
      </dsp:nvSpPr>
      <dsp:spPr>
        <a:xfrm>
          <a:off x="1125496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79DC3-5348-44C9-841C-50CA644677BA}">
      <dsp:nvSpPr>
        <dsp:cNvPr id="0" name=""/>
        <dsp:cNvSpPr/>
      </dsp:nvSpPr>
      <dsp:spPr>
        <a:xfrm>
          <a:off x="1338929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CECEDC-FB6A-4778-BB90-0B50CD43230C}">
      <dsp:nvSpPr>
        <dsp:cNvPr id="0" name=""/>
        <dsp:cNvSpPr/>
      </dsp:nvSpPr>
      <dsp:spPr>
        <a:xfrm>
          <a:off x="80534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Security awareness training</a:t>
          </a:r>
        </a:p>
      </dsp:txBody>
      <dsp:txXfrm>
        <a:off x="805345" y="3694331"/>
        <a:ext cx="1641796" cy="656718"/>
      </dsp:txXfrm>
    </dsp:sp>
    <dsp:sp modelId="{99A80C22-B0D1-4D38-A6C5-F6EA1C202AA0}">
      <dsp:nvSpPr>
        <dsp:cNvPr id="0" name=""/>
        <dsp:cNvSpPr/>
      </dsp:nvSpPr>
      <dsp:spPr>
        <a:xfrm>
          <a:off x="3054607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FD06E-4832-4BB3-B5D9-081541EA6A90}">
      <dsp:nvSpPr>
        <dsp:cNvPr id="0" name=""/>
        <dsp:cNvSpPr/>
      </dsp:nvSpPr>
      <dsp:spPr>
        <a:xfrm>
          <a:off x="3268041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AD70F-C14F-4045-987B-44FA62C41293}">
      <dsp:nvSpPr>
        <dsp:cNvPr id="0" name=""/>
        <dsp:cNvSpPr/>
      </dsp:nvSpPr>
      <dsp:spPr>
        <a:xfrm>
          <a:off x="273445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Security audits and accountability</a:t>
          </a:r>
        </a:p>
      </dsp:txBody>
      <dsp:txXfrm>
        <a:off x="2734457" y="3694331"/>
        <a:ext cx="1641796" cy="6567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E78AF3-99E8-4666-913C-C84B69276B85}">
      <dsp:nvSpPr>
        <dsp:cNvPr id="0" name=""/>
        <dsp:cNvSpPr/>
      </dsp:nvSpPr>
      <dsp:spPr>
        <a:xfrm>
          <a:off x="0" y="0"/>
          <a:ext cx="8522863" cy="10106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Cybersecurity</a:t>
          </a:r>
          <a:r>
            <a:rPr lang="en-US" sz="1700" u="sng" kern="1200"/>
            <a:t> protects systems</a:t>
          </a:r>
          <a:r>
            <a:rPr lang="en-US" sz="1700" kern="1200"/>
            <a:t> by using </a:t>
          </a:r>
          <a:r>
            <a:rPr lang="en-US" sz="1700" b="1" kern="1200"/>
            <a:t> </a:t>
          </a:r>
          <a:r>
            <a:rPr lang="en-US" sz="1700" kern="1200"/>
            <a:t>Confidentiality, Integrity , Availability  principals.</a:t>
          </a:r>
        </a:p>
      </dsp:txBody>
      <dsp:txXfrm>
        <a:off x="29601" y="29601"/>
        <a:ext cx="7346901" cy="951440"/>
      </dsp:txXfrm>
    </dsp:sp>
    <dsp:sp modelId="{162D8A40-5462-42EA-AF14-5D186F748457}">
      <dsp:nvSpPr>
        <dsp:cNvPr id="0" name=""/>
        <dsp:cNvSpPr/>
      </dsp:nvSpPr>
      <dsp:spPr>
        <a:xfrm>
          <a:off x="713789" y="1194395"/>
          <a:ext cx="8522863" cy="10106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 AAA model supports </a:t>
          </a:r>
          <a:r>
            <a:rPr lang="en-US" sz="1700" u="sng" kern="1200"/>
            <a:t>secure access </a:t>
          </a:r>
          <a:r>
            <a:rPr lang="en-US" sz="1700" kern="1200"/>
            <a:t>by using  Authentication, </a:t>
          </a:r>
          <a:r>
            <a:rPr lang="en-US" sz="1700" kern="1200">
              <a:latin typeface="Neue Haas Grotesk Text Pro"/>
            </a:rPr>
            <a:t>Authorization</a:t>
          </a:r>
          <a:r>
            <a:rPr lang="en-US" sz="1700" kern="1200"/>
            <a:t>, Accounting.</a:t>
          </a:r>
        </a:p>
      </dsp:txBody>
      <dsp:txXfrm>
        <a:off x="743390" y="1223996"/>
        <a:ext cx="7092954" cy="951440"/>
      </dsp:txXfrm>
    </dsp:sp>
    <dsp:sp modelId="{024E788A-DFA7-435C-A85E-53D654BD60A6}">
      <dsp:nvSpPr>
        <dsp:cNvPr id="0" name=""/>
        <dsp:cNvSpPr/>
      </dsp:nvSpPr>
      <dsp:spPr>
        <a:xfrm>
          <a:off x="1416926" y="2388790"/>
          <a:ext cx="8522863" cy="10106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</a:t>
          </a:r>
          <a:r>
            <a:rPr lang="en-US" sz="1700" u="sng" kern="1200"/>
            <a:t>increase security</a:t>
          </a:r>
          <a:r>
            <a:rPr lang="en-US" sz="1700" kern="1200"/>
            <a:t>, key mitigation principles to follow include:  </a:t>
          </a:r>
          <a:r>
            <a:rPr lang="en-US" sz="1700" kern="1200" err="1"/>
            <a:t>Defence</a:t>
          </a:r>
          <a:r>
            <a:rPr lang="en-US" sz="1700" kern="1200"/>
            <a:t> in Depth,  </a:t>
          </a:r>
          <a:r>
            <a:rPr lang="en-US" sz="1700" kern="1200" err="1"/>
            <a:t>ZeroTrust</a:t>
          </a:r>
          <a:r>
            <a:rPr lang="en-US" sz="1700" kern="1200"/>
            <a:t>, Least  Privilege, Access Controls</a:t>
          </a:r>
        </a:p>
      </dsp:txBody>
      <dsp:txXfrm>
        <a:off x="1446527" y="2418391"/>
        <a:ext cx="7103607" cy="951440"/>
      </dsp:txXfrm>
    </dsp:sp>
    <dsp:sp modelId="{6E71C35D-8F48-48BF-B2E3-CA4E88A5D5FB}">
      <dsp:nvSpPr>
        <dsp:cNvPr id="0" name=""/>
        <dsp:cNvSpPr/>
      </dsp:nvSpPr>
      <dsp:spPr>
        <a:xfrm>
          <a:off x="2130715" y="3583185"/>
          <a:ext cx="8522863" cy="101064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To help </a:t>
          </a:r>
          <a:r>
            <a:rPr lang="en-US" sz="1700" u="sng" kern="1200"/>
            <a:t>security planning and response </a:t>
          </a:r>
          <a:r>
            <a:rPr lang="en-US" sz="1700" kern="1200"/>
            <a:t>to malware  use : NIST, MITRE ATT&amp;CK, </a:t>
          </a:r>
          <a:r>
            <a:rPr lang="en-US" sz="1700" kern="1200">
              <a:latin typeface="Neue Haas Grotesk Text Pro"/>
            </a:rPr>
            <a:t>ISO/IEC 27001</a:t>
          </a:r>
          <a:endParaRPr lang="en-US" sz="1700" kern="1200"/>
        </a:p>
      </dsp:txBody>
      <dsp:txXfrm>
        <a:off x="2160316" y="3612786"/>
        <a:ext cx="7092954" cy="951440"/>
      </dsp:txXfrm>
    </dsp:sp>
    <dsp:sp modelId="{2E799DE9-2D94-4F29-AEE2-D6D4BF9CE253}">
      <dsp:nvSpPr>
        <dsp:cNvPr id="0" name=""/>
        <dsp:cNvSpPr/>
      </dsp:nvSpPr>
      <dsp:spPr>
        <a:xfrm>
          <a:off x="7865945" y="774060"/>
          <a:ext cx="656917" cy="65691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013751" y="774060"/>
        <a:ext cx="361305" cy="494330"/>
      </dsp:txXfrm>
    </dsp:sp>
    <dsp:sp modelId="{287D1187-E8F2-4FB4-8339-A4EDE29666A6}">
      <dsp:nvSpPr>
        <dsp:cNvPr id="0" name=""/>
        <dsp:cNvSpPr/>
      </dsp:nvSpPr>
      <dsp:spPr>
        <a:xfrm>
          <a:off x="8579735" y="1968455"/>
          <a:ext cx="656917" cy="65691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727541" y="1968455"/>
        <a:ext cx="361305" cy="494330"/>
      </dsp:txXfrm>
    </dsp:sp>
    <dsp:sp modelId="{C7B8FE90-7061-4D28-9C28-B9378C94742C}">
      <dsp:nvSpPr>
        <dsp:cNvPr id="0" name=""/>
        <dsp:cNvSpPr/>
      </dsp:nvSpPr>
      <dsp:spPr>
        <a:xfrm>
          <a:off x="9282871" y="3162850"/>
          <a:ext cx="656917" cy="65691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430677" y="3162850"/>
        <a:ext cx="361305" cy="49433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B08CC-FA85-4C78-BEB9-E0FF7011469F}">
      <dsp:nvSpPr>
        <dsp:cNvPr id="0" name=""/>
        <dsp:cNvSpPr/>
      </dsp:nvSpPr>
      <dsp:spPr>
        <a:xfrm>
          <a:off x="1816789" y="133932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99F36-1B4B-4111-A3BF-3E257730251F}">
      <dsp:nvSpPr>
        <dsp:cNvPr id="0" name=""/>
        <dsp:cNvSpPr/>
      </dsp:nvSpPr>
      <dsp:spPr>
        <a:xfrm>
          <a:off x="628789" y="375370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/>
            <a:t>WireShark Lab</a:t>
          </a:r>
          <a:endParaRPr lang="en-US" sz="4600" kern="1200"/>
        </a:p>
      </dsp:txBody>
      <dsp:txXfrm>
        <a:off x="628789" y="3753703"/>
        <a:ext cx="4320000" cy="720000"/>
      </dsp:txXfrm>
    </dsp:sp>
    <dsp:sp modelId="{5329A7B5-FA47-4536-A867-4737410EF834}">
      <dsp:nvSpPr>
        <dsp:cNvPr id="0" name=""/>
        <dsp:cNvSpPr/>
      </dsp:nvSpPr>
      <dsp:spPr>
        <a:xfrm>
          <a:off x="6892789" y="133932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A6714-1B2B-4F5B-A75E-4783D85AC8C4}">
      <dsp:nvSpPr>
        <dsp:cNvPr id="0" name=""/>
        <dsp:cNvSpPr/>
      </dsp:nvSpPr>
      <dsp:spPr>
        <a:xfrm>
          <a:off x="5704789" y="375370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b="1" kern="1200"/>
            <a:t>Demonstration</a:t>
          </a:r>
          <a:endParaRPr lang="en-US" sz="4600" kern="1200"/>
        </a:p>
      </dsp:txBody>
      <dsp:txXfrm>
        <a:off x="5704789" y="3753703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9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8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78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6/25/2025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6/25/2025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1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6/25/2025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65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6/25/2025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470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7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48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3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HTCS6701 Information System Security</a:t>
            </a:r>
            <a:br>
              <a:rPr lang="en-US" sz="4000" b="1"/>
            </a:br>
            <a:r>
              <a:rPr lang="en-US" sz="1600" b="1"/>
              <a:t> </a:t>
            </a:r>
            <a:br>
              <a:rPr lang="en-US" sz="4000" b="1"/>
            </a:br>
            <a:r>
              <a:rPr lang="en-US" sz="4000" b="1"/>
              <a:t>Assignment 2: Part 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r>
              <a:rPr lang="en-US"/>
              <a:t>By</a:t>
            </a:r>
          </a:p>
          <a:p>
            <a:r>
              <a:rPr lang="en-US"/>
              <a:t>Akshay </a:t>
            </a:r>
            <a:r>
              <a:rPr lang="en-US" err="1"/>
              <a:t>Pragji</a:t>
            </a:r>
            <a:r>
              <a:rPr lang="en-US"/>
              <a:t>, Vivien Jing, Young Kwang Kweon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04642-566F-0105-717F-88E3C4AD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Incident Summary &amp; Timeline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ACAF2-E40A-8A4C-1E3C-6F30FF1E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DA1C4-DBF4-4D0C-A6F7-9A0EE61FF0A8}" type="datetime1"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93CAF-D861-0BDE-CB9C-FA4277EB5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0A1D1-D7C0-450B-CB65-8B3078CE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09571-A196-8058-F140-4F34A597DE02}"/>
              </a:ext>
            </a:extLst>
          </p:cNvPr>
          <p:cNvSpPr txBox="1"/>
          <p:nvPr/>
        </p:nvSpPr>
        <p:spPr>
          <a:xfrm>
            <a:off x="1505661" y="1312628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GB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470B926-01AB-4F50-E971-D98DCEDB7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35099"/>
              </p:ext>
            </p:extLst>
          </p:nvPr>
        </p:nvGraphicFramePr>
        <p:xfrm>
          <a:off x="5842275" y="3904241"/>
          <a:ext cx="5838342" cy="225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8342">
                  <a:extLst>
                    <a:ext uri="{9D8B030D-6E8A-4147-A177-3AD203B41FA5}">
                      <a16:colId xmlns:a16="http://schemas.microsoft.com/office/drawing/2014/main" val="3579569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Threat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 Timeline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147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</a:rPr>
                        <a:t>🕒</a:t>
                      </a: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April 13, 2023: Email received + link clicked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672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</a:rPr>
                        <a:t>🔗</a:t>
                      </a: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Malware executed → Registry modified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477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</a:rPr>
                        <a:t>📡 </a:t>
                      </a: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C2 traffic to 185.107.56.210 established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97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</a:rPr>
                        <a:t>💥</a:t>
                      </a: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Endpoint performance degraded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39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</a:rPr>
                        <a:t>🩺 Investigation launched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8083181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93B941-09CC-2A15-1F35-7CB48FF812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624077"/>
              </p:ext>
            </p:extLst>
          </p:nvPr>
        </p:nvGraphicFramePr>
        <p:xfrm>
          <a:off x="688963" y="1311848"/>
          <a:ext cx="6118634" cy="189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8634">
                  <a:extLst>
                    <a:ext uri="{9D8B030D-6E8A-4147-A177-3AD203B41FA5}">
                      <a16:colId xmlns:a16="http://schemas.microsoft.com/office/drawing/2014/main" val="28270431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1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What Happened?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341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9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HR staff clicked a fake DocuSign email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696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Malware (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</a:rPr>
                        <a:t>MetaStealer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) deployed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51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noProof="0">
                          <a:latin typeface="Neue Haas Grotesk Text Pro"/>
                        </a:rPr>
                        <a:t>Symptoms: system lag, data exfiltration, persistence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276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GB" sz="1800" b="0" i="0" u="none" strike="noStrike" baseline="0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Forensics triggered → full triage initiated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746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19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8A036-A297-734C-C787-83DEE0B5F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26727-8342-04EA-0898-C3C1A3914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kern="1200">
              <a:latin typeface="+mn-lt"/>
              <a:ea typeface="+mn-ea"/>
              <a:cs typeface="+mn-cs"/>
            </a:endParaRPr>
          </a:p>
          <a:p>
            <a:endParaRPr lang="en-US" b="1" kern="1200">
              <a:latin typeface="+mn-lt"/>
              <a:ea typeface="+mn-ea"/>
              <a:cs typeface="+mn-cs"/>
            </a:endParaRPr>
          </a:p>
          <a:p>
            <a:endParaRPr lang="en-US" kern="1200">
              <a:latin typeface="+mn-lt"/>
              <a:ea typeface="+mn-ea"/>
              <a:cs typeface="+mn-cs"/>
            </a:endParaRPr>
          </a:p>
          <a:p>
            <a:endParaRPr lang="en-US" kern="1200">
              <a:latin typeface="+mn-lt"/>
              <a:ea typeface="+mn-ea"/>
              <a:cs typeface="+mn-cs"/>
            </a:endParaRPr>
          </a:p>
          <a:p>
            <a:endParaRPr lang="en-US" kern="1200">
              <a:latin typeface="+mn-lt"/>
              <a:ea typeface="+mn-ea"/>
              <a:cs typeface="+mn-cs"/>
            </a:endParaRPr>
          </a:p>
          <a:p>
            <a:endParaRPr lang="en-US" kern="1200">
              <a:latin typeface="+mn-lt"/>
              <a:ea typeface="+mn-ea"/>
              <a:cs typeface="+mn-cs"/>
            </a:endParaRPr>
          </a:p>
          <a:p>
            <a:endParaRPr lang="en-US" kern="1200">
              <a:latin typeface="+mn-lt"/>
              <a:ea typeface="+mn-ea"/>
              <a:cs typeface="+mn-cs"/>
            </a:endParaRPr>
          </a:p>
        </p:txBody>
      </p:sp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5B89A4CA-83D7-C952-E697-A28110C637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FEF4ACF-C1AA-4A66-B342-0D7BDFA84287}" type="datetime1"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D36D2087-13E2-CBD7-8C14-6048D57C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DE0CB34B-FBCB-368C-2AEB-31607DD9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C8C9B13D-7309-8E16-8D01-D1FF1D6EDF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752877"/>
              </p:ext>
            </p:extLst>
          </p:nvPr>
        </p:nvGraphicFramePr>
        <p:xfrm>
          <a:off x="5134708" y="553616"/>
          <a:ext cx="6279741" cy="548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9462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127C4-6ACB-C366-9F8D-BA91124C8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-179629"/>
            <a:ext cx="8085255" cy="244353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Topic 1: CIA/AAA Security Impact</a:t>
            </a:r>
          </a:p>
        </p:txBody>
      </p: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F0D47881-56D5-DD91-4934-392BD9B077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55DCE863-A955-4D2B-961B-9E72CF1F9156}" type="datetime1"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pic>
        <p:nvPicPr>
          <p:cNvPr id="569" name="Picture 568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E767B3B8-B204-7DEF-7191-0BF6D05D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93" y="1575398"/>
            <a:ext cx="4656467" cy="1349316"/>
          </a:xfrm>
          <a:prstGeom prst="rect">
            <a:avLst/>
          </a:prstGeom>
        </p:spPr>
      </p:pic>
      <p:pic>
        <p:nvPicPr>
          <p:cNvPr id="575" name="Picture 574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61282509-8DC3-E6F5-AD9F-81F46E501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93" y="3027511"/>
            <a:ext cx="4642089" cy="1349316"/>
          </a:xfrm>
          <a:prstGeom prst="rect">
            <a:avLst/>
          </a:prstGeom>
        </p:spPr>
      </p:pic>
      <p:pic>
        <p:nvPicPr>
          <p:cNvPr id="577" name="Picture 576" descr="An orange sign with white text&#10;&#10;AI-generated content may be incorrect.">
            <a:extLst>
              <a:ext uri="{FF2B5EF4-FFF2-40B4-BE49-F238E27FC236}">
                <a16:creationId xmlns:a16="http://schemas.microsoft.com/office/drawing/2014/main" id="{F3C18786-C41E-167C-E995-4289EEFD7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19" y="1561020"/>
            <a:ext cx="4670845" cy="1363694"/>
          </a:xfrm>
          <a:prstGeom prst="rect">
            <a:avLst/>
          </a:prstGeom>
        </p:spPr>
      </p:pic>
      <p:pic>
        <p:nvPicPr>
          <p:cNvPr id="579" name="Picture 578" descr="An orange sign with white text&#10;&#10;AI-generated content may be incorrect.">
            <a:extLst>
              <a:ext uri="{FF2B5EF4-FFF2-40B4-BE49-F238E27FC236}">
                <a16:creationId xmlns:a16="http://schemas.microsoft.com/office/drawing/2014/main" id="{CEA94662-F8DF-439A-7472-D6C7E0AD6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219" y="3027511"/>
            <a:ext cx="4670844" cy="1349316"/>
          </a:xfrm>
          <a:prstGeom prst="rect">
            <a:avLst/>
          </a:prstGeom>
        </p:spPr>
      </p:pic>
      <p:pic>
        <p:nvPicPr>
          <p:cNvPr id="583" name="Picture 582" descr="An orange rectangular sign with white text&#10;&#10;AI-generated content may be incorrect.">
            <a:extLst>
              <a:ext uri="{FF2B5EF4-FFF2-40B4-BE49-F238E27FC236}">
                <a16:creationId xmlns:a16="http://schemas.microsoft.com/office/drawing/2014/main" id="{1325CAA6-2F4E-FA94-5F8D-D0A1645588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457" y="4508380"/>
            <a:ext cx="4680371" cy="1493088"/>
          </a:xfrm>
          <a:prstGeom prst="rect">
            <a:avLst/>
          </a:prstGeom>
        </p:spPr>
      </p:pic>
      <p:pic>
        <p:nvPicPr>
          <p:cNvPr id="587" name="Picture 586" descr="A blue sign with white text&#10;&#10;AI-generated content may be incorrect.">
            <a:extLst>
              <a:ext uri="{FF2B5EF4-FFF2-40B4-BE49-F238E27FC236}">
                <a16:creationId xmlns:a16="http://schemas.microsoft.com/office/drawing/2014/main" id="{FBDAAE84-C0E6-AD2B-C5BE-736448A013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5992" y="4508380"/>
            <a:ext cx="4656468" cy="149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05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3F77-3D89-BF36-AAAB-CF22E6462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Topic 2: Mitigation principals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5159E8B-D2A0-56E2-BE02-703B32F2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62EEDEE-6E45-4456-AFC3-C27FB86B66E5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5E98650-C6FB-2760-6FDE-8605DF19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F1B3-00BC-4E01-A0DC-78AC0AA9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AF9438-E050-3A44-0C18-1FFB8CBD76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018639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5406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C695-577F-73A5-F8C3-B9644407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Benefits of Mitigation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90CE8119-F377-C2C6-A45C-066A13472A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14405DE-1170-444A-A248-AB80260FBD5D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DB3970EE-D79D-D246-279F-FBDDBC02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7D7BEE9E-D0C4-CDD7-BFED-2C05F46B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651FC53-2F99-70A3-58D7-90977EBFF77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77386130"/>
              </p:ext>
            </p:extLst>
          </p:nvPr>
        </p:nvGraphicFramePr>
        <p:xfrm>
          <a:off x="612648" y="1825625"/>
          <a:ext cx="90932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986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44E33-BA6B-D713-00F0-D8E2B35D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Topic 3: Recommended Security framework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883D2C1-34EF-FCE9-651D-545A9E44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D3EAEBB-BCD2-4293-BD81-D3E2B2BA602D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DE7E7AB-DD6C-8E75-DE9A-3D0F980C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36F09E2-914B-E133-C6E0-D50BE486A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graphicFrame>
        <p:nvGraphicFramePr>
          <p:cNvPr id="570" name="Content Placeholder 567">
            <a:extLst>
              <a:ext uri="{FF2B5EF4-FFF2-40B4-BE49-F238E27FC236}">
                <a16:creationId xmlns:a16="http://schemas.microsoft.com/office/drawing/2014/main" id="{AEB94A06-A439-E028-EE92-C8C9195AA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044389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007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98E0-1530-1882-12B8-C6806F09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Topic 3: Security framework – NIST CSF</a:t>
            </a:r>
            <a:endParaRPr lang="en-US" b="0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24FC-2817-F864-D562-AD823DED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3DD03C86-B888-4760-811D-239A3AA47470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13BF4-700B-250B-F631-B0068B2A3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CAEA-FD32-212C-A54E-A812D63A7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97D9581-A98A-2995-0697-7E1C4AE55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48051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309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35807-C8DB-D381-407C-7FB424370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US"/>
              <a:t>Topic 3: Security framework – MITRE ATT&amp;CK</a:t>
            </a:r>
            <a:endParaRPr lang="en-US" b="0"/>
          </a:p>
          <a:p>
            <a:endParaRPr lang="en-US" b="0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14154-785C-C81F-6395-39428A11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278397-5A78-428F-B35A-62FF07076983}" type="datetime1"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C234B-80D3-B23D-17D1-7564F4FC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AF53-1F62-003E-80EA-A37AAF17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2D5520A-E32E-B402-1AD7-5BC8749A485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94270532"/>
              </p:ext>
            </p:extLst>
          </p:nvPr>
        </p:nvGraphicFramePr>
        <p:xfrm>
          <a:off x="3505200" y="1904066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170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A6B95-9017-1DDF-CB04-1902F7B8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 anchor="t">
            <a:normAutofit/>
          </a:bodyPr>
          <a:lstStyle/>
          <a:p>
            <a:r>
              <a:rPr lang="en-US"/>
              <a:t>Topic 3: Security framework – ISO/IEC 27001</a:t>
            </a:r>
            <a:endParaRPr lang="en-US" b="0"/>
          </a:p>
          <a:p>
            <a:endParaRPr lang="en-US" b="0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6FEC8-62FA-7A36-C923-5CC3B4BC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2E2D382-C08A-4D70-B1B7-9D5DF4ECD340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FEDD60-DD88-026A-BD52-50DE0D80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F4CC5-2A9A-F677-3F03-8E7BC478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4E22DDB7-780E-131B-992A-3195518CA5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9650718"/>
              </p:ext>
            </p:extLst>
          </p:nvPr>
        </p:nvGraphicFramePr>
        <p:xfrm>
          <a:off x="3505200" y="1937684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378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0FF0-A798-BCDB-22DB-31A43B694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</p:spPr>
        <p:txBody>
          <a:bodyPr anchor="t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336FF7C-6B76-6221-2278-25D929A4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993E9C1-FE03-4EC6-AAB4-638AF1B7042C}" type="datetime1">
              <a:rPr lang="en-US"/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95DAABA-C9F2-839F-9773-04DEA5858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320B384-61B1-CE44-BAFE-A8B50A96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8B06EA22-0FB1-B3AA-83D1-1CA7F12D8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410647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3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2090EF-BD42-FE63-5847-E52A2BF1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360F517-C1C3-46B9-B10C-02D3467495BA}" type="datetime1">
              <a:pPr>
                <a:spcAft>
                  <a:spcPts val="600"/>
                </a:spcAft>
              </a:pPr>
              <a:t>6/25/2025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C0AA363-A0C2-4A6C-059B-947788D7F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E66557C-3C44-B699-3D06-52948C270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E858F41-B109-A929-2EDE-E0ABDDBF4A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6101530"/>
              </p:ext>
            </p:extLst>
          </p:nvPr>
        </p:nvGraphicFramePr>
        <p:xfrm>
          <a:off x="612647" y="496332"/>
          <a:ext cx="10653579" cy="58130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8199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67014-3228-4469-A7D3-620359F66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DB4C-34A8-383C-E87E-E92097A73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3600"/>
          </a:p>
          <a:p>
            <a:endParaRPr lang="en-US" sz="3600"/>
          </a:p>
          <a:p>
            <a:pPr marL="0" indent="0" algn="ctr">
              <a:buNone/>
            </a:pPr>
            <a:r>
              <a:rPr lang="en-US" sz="4000"/>
              <a:t>Questions?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A3333-469C-9E5A-2592-7C25E1D3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F03A1-D5AD-43B5-855E-22796BB749F2}" type="datetime1">
              <a:t>6/25/2025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A5098-29FE-A450-DDD2-F05EB4900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EE480-0CAF-7133-2A4C-EA275890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21090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VanillaVTI</vt:lpstr>
      <vt:lpstr>HTCS6701 Information System Security   Assignment 2: Part B</vt:lpstr>
      <vt:lpstr>Incident Summary &amp; Timeline</vt:lpstr>
      <vt:lpstr>Introduction</vt:lpstr>
      <vt:lpstr>Topic 1: CIA/AAA Security Impact</vt:lpstr>
      <vt:lpstr>Topic 2: Mitigation principals</vt:lpstr>
      <vt:lpstr>Benefits of Mitigation</vt:lpstr>
      <vt:lpstr>Topic 3: Recommended Security framework</vt:lpstr>
      <vt:lpstr>Topic 3: Security framework – NIST CSF </vt:lpstr>
      <vt:lpstr>Topic 3: Security framework – MITRE ATT&amp;CK  </vt:lpstr>
      <vt:lpstr>Topic 3: Security framework – ISO/IEC 27001  </vt:lpstr>
      <vt:lpstr>Conclusion</vt:lpstr>
      <vt:lpstr>PowerPoint Presentation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2025-05-29T05:37:43Z</dcterms:created>
  <dcterms:modified xsi:type="dcterms:W3CDTF">2025-06-25T22:47:35Z</dcterms:modified>
</cp:coreProperties>
</file>