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325" r:id="rId1"/>
  </p:sldMasterIdLst>
  <p:sldIdLst>
    <p:sldId id="256" r:id="rId2"/>
    <p:sldId id="257" r:id="rId3"/>
    <p:sldId id="259" r:id="rId4"/>
    <p:sldId id="264" r:id="rId5"/>
    <p:sldId id="258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5C0FB9-5186-CDC3-468E-3DD13DC2EAD6}" v="333" dt="2025-06-17T02:04:55.797"/>
    <p1510:client id="{65BE00E8-39E9-43BC-6334-8CF09FB65AAB}" v="368" dt="2025-06-16T11:01:10.465"/>
    <p1510:client id="{BEC73D24-B911-343A-FAB1-30E4A4BA6A31}" v="23" dt="2025-06-16T23:37:01.904"/>
    <p1510:client id="{DAED62FC-DF57-C780-57FA-3DCF563FA077}" v="33" dt="2025-06-16T23:57:32.195"/>
    <p1510:client id="{F0239215-7608-FCF6-3271-408D38980DAA}" v="153" dt="2025-06-16T09:32:23.866"/>
    <p1510:client id="{FE88D229-9C75-A25A-1D00-2C09C8370734}" v="126" dt="2025-06-17T04:17:57.2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ung Kweon" userId="S::kweony01@myunitec.ac.nz::5bb15c8c-b1de-4ec5-bbf7-7dccc9295d51" providerId="AD" clId="Web-{F0239215-7608-FCF6-3271-408D38980DAA}"/>
    <pc:docChg chg="modSld">
      <pc:chgData name="Young Kweon" userId="S::kweony01@myunitec.ac.nz::5bb15c8c-b1de-4ec5-bbf7-7dccc9295d51" providerId="AD" clId="Web-{F0239215-7608-FCF6-3271-408D38980DAA}" dt="2025-06-16T09:32:23.866" v="139" actId="1076"/>
      <pc:docMkLst>
        <pc:docMk/>
      </pc:docMkLst>
      <pc:sldChg chg="modSp">
        <pc:chgData name="Young Kweon" userId="S::kweony01@myunitec.ac.nz::5bb15c8c-b1de-4ec5-bbf7-7dccc9295d51" providerId="AD" clId="Web-{F0239215-7608-FCF6-3271-408D38980DAA}" dt="2025-06-16T09:20:53.321" v="137"/>
        <pc:sldMkLst>
          <pc:docMk/>
          <pc:sldMk cId="0" sldId="257"/>
        </pc:sldMkLst>
        <pc:graphicFrameChg chg="mod modGraphic">
          <ac:chgData name="Young Kweon" userId="S::kweony01@myunitec.ac.nz::5bb15c8c-b1de-4ec5-bbf7-7dccc9295d51" providerId="AD" clId="Web-{F0239215-7608-FCF6-3271-408D38980DAA}" dt="2025-06-16T09:20:53.321" v="137"/>
          <ac:graphicFrameMkLst>
            <pc:docMk/>
            <pc:sldMk cId="0" sldId="257"/>
            <ac:graphicFrameMk id="4" creationId="{9F44434A-FE03-12F1-1857-F45DEFDE1B95}"/>
          </ac:graphicFrameMkLst>
        </pc:graphicFrameChg>
      </pc:sldChg>
      <pc:sldChg chg="modSp">
        <pc:chgData name="Young Kweon" userId="S::kweony01@myunitec.ac.nz::5bb15c8c-b1de-4ec5-bbf7-7dccc9295d51" providerId="AD" clId="Web-{F0239215-7608-FCF6-3271-408D38980DAA}" dt="2025-06-16T09:32:23.866" v="139" actId="1076"/>
        <pc:sldMkLst>
          <pc:docMk/>
          <pc:sldMk cId="0" sldId="258"/>
        </pc:sldMkLst>
        <pc:spChg chg="mod">
          <ac:chgData name="Young Kweon" userId="S::kweony01@myunitec.ac.nz::5bb15c8c-b1de-4ec5-bbf7-7dccc9295d51" providerId="AD" clId="Web-{F0239215-7608-FCF6-3271-408D38980DAA}" dt="2025-06-16T09:32:19.350" v="138" actId="1076"/>
          <ac:spMkLst>
            <pc:docMk/>
            <pc:sldMk cId="0" sldId="258"/>
            <ac:spMk id="2" creationId="{00000000-0000-0000-0000-000000000000}"/>
          </ac:spMkLst>
        </pc:spChg>
        <pc:graphicFrameChg chg="mod">
          <ac:chgData name="Young Kweon" userId="S::kweony01@myunitec.ac.nz::5bb15c8c-b1de-4ec5-bbf7-7dccc9295d51" providerId="AD" clId="Web-{F0239215-7608-FCF6-3271-408D38980DAA}" dt="2025-06-16T09:32:23.866" v="139" actId="1076"/>
          <ac:graphicFrameMkLst>
            <pc:docMk/>
            <pc:sldMk cId="0" sldId="258"/>
            <ac:graphicFrameMk id="26" creationId="{58D35AEE-A4C0-3CA1-9734-71353711F42C}"/>
          </ac:graphicFrameMkLst>
        </pc:graphicFrameChg>
      </pc:sldChg>
      <pc:sldChg chg="modSp">
        <pc:chgData name="Young Kweon" userId="S::kweony01@myunitec.ac.nz::5bb15c8c-b1de-4ec5-bbf7-7dccc9295d51" providerId="AD" clId="Web-{F0239215-7608-FCF6-3271-408D38980DAA}" dt="2025-06-16T08:47:16.242" v="1" actId="14100"/>
        <pc:sldMkLst>
          <pc:docMk/>
          <pc:sldMk cId="0" sldId="259"/>
        </pc:sldMkLst>
        <pc:spChg chg="mod">
          <ac:chgData name="Young Kweon" userId="S::kweony01@myunitec.ac.nz::5bb15c8c-b1de-4ec5-bbf7-7dccc9295d51" providerId="AD" clId="Web-{F0239215-7608-FCF6-3271-408D38980DAA}" dt="2025-06-16T08:47:16.242" v="1" actId="14100"/>
          <ac:spMkLst>
            <pc:docMk/>
            <pc:sldMk cId="0" sldId="259"/>
            <ac:spMk id="2" creationId="{00000000-0000-0000-0000-000000000000}"/>
          </ac:spMkLst>
        </pc:spChg>
      </pc:sldChg>
      <pc:sldChg chg="modSp">
        <pc:chgData name="Young Kweon" userId="S::kweony01@myunitec.ac.nz::5bb15c8c-b1de-4ec5-bbf7-7dccc9295d51" providerId="AD" clId="Web-{F0239215-7608-FCF6-3271-408D38980DAA}" dt="2025-06-16T08:53:02.533" v="5" actId="20577"/>
        <pc:sldMkLst>
          <pc:docMk/>
          <pc:sldMk cId="0" sldId="261"/>
        </pc:sldMkLst>
        <pc:spChg chg="mod">
          <ac:chgData name="Young Kweon" userId="S::kweony01@myunitec.ac.nz::5bb15c8c-b1de-4ec5-bbf7-7dccc9295d51" providerId="AD" clId="Web-{F0239215-7608-FCF6-3271-408D38980DAA}" dt="2025-06-16T08:53:02.533" v="5" actId="20577"/>
          <ac:spMkLst>
            <pc:docMk/>
            <pc:sldMk cId="0" sldId="261"/>
            <ac:spMk id="3" creationId="{00000000-0000-0000-0000-000000000000}"/>
          </ac:spMkLst>
        </pc:spChg>
      </pc:sldChg>
      <pc:sldChg chg="modSp">
        <pc:chgData name="Young Kweon" userId="S::kweony01@myunitec.ac.nz::5bb15c8c-b1de-4ec5-bbf7-7dccc9295d51" providerId="AD" clId="Web-{F0239215-7608-FCF6-3271-408D38980DAA}" dt="2025-06-16T08:50:50.889" v="3" actId="20577"/>
        <pc:sldMkLst>
          <pc:docMk/>
          <pc:sldMk cId="0" sldId="262"/>
        </pc:sldMkLst>
        <pc:spChg chg="mod">
          <ac:chgData name="Young Kweon" userId="S::kweony01@myunitec.ac.nz::5bb15c8c-b1de-4ec5-bbf7-7dccc9295d51" providerId="AD" clId="Web-{F0239215-7608-FCF6-3271-408D38980DAA}" dt="2025-06-16T08:50:50.889" v="3" actId="20577"/>
          <ac:spMkLst>
            <pc:docMk/>
            <pc:sldMk cId="0" sldId="262"/>
            <ac:spMk id="3" creationId="{00000000-0000-0000-0000-000000000000}"/>
          </ac:spMkLst>
        </pc:spChg>
      </pc:sldChg>
    </pc:docChg>
  </pc:docChgLst>
  <pc:docChgLst>
    <pc:chgData name="Jing Shen" userId="S::shenj24@myunitec.ac.nz::0c1ce1f6-b515-4548-bff3-06f77e120666" providerId="AD" clId="Web-{65BE00E8-39E9-43BC-6334-8CF09FB65AAB}"/>
    <pc:docChg chg="addSld modSld addMainMaster delMainMaster">
      <pc:chgData name="Jing Shen" userId="S::shenj24@myunitec.ac.nz::0c1ce1f6-b515-4548-bff3-06f77e120666" providerId="AD" clId="Web-{65BE00E8-39E9-43BC-6334-8CF09FB65AAB}" dt="2025-06-16T11:01:10.465" v="361"/>
      <pc:docMkLst>
        <pc:docMk/>
      </pc:docMkLst>
      <pc:sldChg chg="modSp mod modClrScheme chgLayout">
        <pc:chgData name="Jing Shen" userId="S::shenj24@myunitec.ac.nz::0c1ce1f6-b515-4548-bff3-06f77e120666" providerId="AD" clId="Web-{65BE00E8-39E9-43BC-6334-8CF09FB65AAB}" dt="2025-06-16T11:01:10.465" v="361"/>
        <pc:sldMkLst>
          <pc:docMk/>
          <pc:sldMk cId="0" sldId="256"/>
        </pc:sldMkLst>
        <pc:spChg chg="mod ord">
          <ac:chgData name="Jing Shen" userId="S::shenj24@myunitec.ac.nz::0c1ce1f6-b515-4548-bff3-06f77e120666" providerId="AD" clId="Web-{65BE00E8-39E9-43BC-6334-8CF09FB65AAB}" dt="2025-06-16T11:01:10.465" v="361"/>
          <ac:spMkLst>
            <pc:docMk/>
            <pc:sldMk cId="0" sldId="256"/>
            <ac:spMk id="2" creationId="{00000000-0000-0000-0000-000000000000}"/>
          </ac:spMkLst>
        </pc:spChg>
        <pc:spChg chg="mod ord">
          <ac:chgData name="Jing Shen" userId="S::shenj24@myunitec.ac.nz::0c1ce1f6-b515-4548-bff3-06f77e120666" providerId="AD" clId="Web-{65BE00E8-39E9-43BC-6334-8CF09FB65AAB}" dt="2025-06-16T11:01:10.465" v="361"/>
          <ac:spMkLst>
            <pc:docMk/>
            <pc:sldMk cId="0" sldId="256"/>
            <ac:spMk id="5" creationId="{B4560B9D-E309-6E78-0E76-59D9CCBE16AE}"/>
          </ac:spMkLst>
        </pc:spChg>
      </pc:sldChg>
      <pc:sldChg chg="modSp mod modClrScheme chgLayout">
        <pc:chgData name="Jing Shen" userId="S::shenj24@myunitec.ac.nz::0c1ce1f6-b515-4548-bff3-06f77e120666" providerId="AD" clId="Web-{65BE00E8-39E9-43BC-6334-8CF09FB65AAB}" dt="2025-06-16T11:01:10.465" v="361"/>
        <pc:sldMkLst>
          <pc:docMk/>
          <pc:sldMk cId="0" sldId="257"/>
        </pc:sldMkLst>
        <pc:spChg chg="mod ord">
          <ac:chgData name="Jing Shen" userId="S::shenj24@myunitec.ac.nz::0c1ce1f6-b515-4548-bff3-06f77e120666" providerId="AD" clId="Web-{65BE00E8-39E9-43BC-6334-8CF09FB65AAB}" dt="2025-06-16T11:01:10.465" v="361"/>
          <ac:spMkLst>
            <pc:docMk/>
            <pc:sldMk cId="0" sldId="257"/>
            <ac:spMk id="2" creationId="{00000000-0000-0000-0000-000000000000}"/>
          </ac:spMkLst>
        </pc:spChg>
        <pc:graphicFrameChg chg="mod ord modGraphic">
          <ac:chgData name="Jing Shen" userId="S::shenj24@myunitec.ac.nz::0c1ce1f6-b515-4548-bff3-06f77e120666" providerId="AD" clId="Web-{65BE00E8-39E9-43BC-6334-8CF09FB65AAB}" dt="2025-06-16T11:01:10.465" v="361"/>
          <ac:graphicFrameMkLst>
            <pc:docMk/>
            <pc:sldMk cId="0" sldId="257"/>
            <ac:graphicFrameMk id="4" creationId="{9F44434A-FE03-12F1-1857-F45DEFDE1B95}"/>
          </ac:graphicFrameMkLst>
        </pc:graphicFrameChg>
      </pc:sldChg>
      <pc:sldChg chg="modSp mod modClrScheme chgLayout">
        <pc:chgData name="Jing Shen" userId="S::shenj24@myunitec.ac.nz::0c1ce1f6-b515-4548-bff3-06f77e120666" providerId="AD" clId="Web-{65BE00E8-39E9-43BC-6334-8CF09FB65AAB}" dt="2025-06-16T11:01:10.465" v="361"/>
        <pc:sldMkLst>
          <pc:docMk/>
          <pc:sldMk cId="0" sldId="258"/>
        </pc:sldMkLst>
        <pc:spChg chg="mod ord">
          <ac:chgData name="Jing Shen" userId="S::shenj24@myunitec.ac.nz::0c1ce1f6-b515-4548-bff3-06f77e120666" providerId="AD" clId="Web-{65BE00E8-39E9-43BC-6334-8CF09FB65AAB}" dt="2025-06-16T11:01:10.465" v="361"/>
          <ac:spMkLst>
            <pc:docMk/>
            <pc:sldMk cId="0" sldId="258"/>
            <ac:spMk id="2" creationId="{00000000-0000-0000-0000-000000000000}"/>
          </ac:spMkLst>
        </pc:spChg>
        <pc:graphicFrameChg chg="mod ord modGraphic">
          <ac:chgData name="Jing Shen" userId="S::shenj24@myunitec.ac.nz::0c1ce1f6-b515-4548-bff3-06f77e120666" providerId="AD" clId="Web-{65BE00E8-39E9-43BC-6334-8CF09FB65AAB}" dt="2025-06-16T11:01:10.465" v="361"/>
          <ac:graphicFrameMkLst>
            <pc:docMk/>
            <pc:sldMk cId="0" sldId="258"/>
            <ac:graphicFrameMk id="26" creationId="{58D35AEE-A4C0-3CA1-9734-71353711F42C}"/>
          </ac:graphicFrameMkLst>
        </pc:graphicFrameChg>
      </pc:sldChg>
      <pc:sldChg chg="modSp mod modClrScheme chgLayout">
        <pc:chgData name="Jing Shen" userId="S::shenj24@myunitec.ac.nz::0c1ce1f6-b515-4548-bff3-06f77e120666" providerId="AD" clId="Web-{65BE00E8-39E9-43BC-6334-8CF09FB65AAB}" dt="2025-06-16T11:01:10.465" v="361"/>
        <pc:sldMkLst>
          <pc:docMk/>
          <pc:sldMk cId="0" sldId="259"/>
        </pc:sldMkLst>
        <pc:spChg chg="mod ord">
          <ac:chgData name="Jing Shen" userId="S::shenj24@myunitec.ac.nz::0c1ce1f6-b515-4548-bff3-06f77e120666" providerId="AD" clId="Web-{65BE00E8-39E9-43BC-6334-8CF09FB65AAB}" dt="2025-06-16T11:01:10.465" v="361"/>
          <ac:spMkLst>
            <pc:docMk/>
            <pc:sldMk cId="0" sldId="259"/>
            <ac:spMk id="2" creationId="{00000000-0000-0000-0000-000000000000}"/>
          </ac:spMkLst>
        </pc:spChg>
        <pc:spChg chg="mod">
          <ac:chgData name="Jing Shen" userId="S::shenj24@myunitec.ac.nz::0c1ce1f6-b515-4548-bff3-06f77e120666" providerId="AD" clId="Web-{65BE00E8-39E9-43BC-6334-8CF09FB65AAB}" dt="2025-06-16T10:54:12.325" v="309" actId="14100"/>
          <ac:spMkLst>
            <pc:docMk/>
            <pc:sldMk cId="0" sldId="259"/>
            <ac:spMk id="10" creationId="{438FDCAB-7BD1-24AD-3965-D1807E2973DF}"/>
          </ac:spMkLst>
        </pc:spChg>
        <pc:graphicFrameChg chg="mod ord modGraphic">
          <ac:chgData name="Jing Shen" userId="S::shenj24@myunitec.ac.nz::0c1ce1f6-b515-4548-bff3-06f77e120666" providerId="AD" clId="Web-{65BE00E8-39E9-43BC-6334-8CF09FB65AAB}" dt="2025-06-16T11:01:10.465" v="361"/>
          <ac:graphicFrameMkLst>
            <pc:docMk/>
            <pc:sldMk cId="0" sldId="259"/>
            <ac:graphicFrameMk id="5" creationId="{8527E5D8-1A07-422A-5016-BEFF1FF32257}"/>
          </ac:graphicFrameMkLst>
        </pc:graphicFrameChg>
      </pc:sldChg>
      <pc:sldChg chg="modSp mod modClrScheme chgLayout">
        <pc:chgData name="Jing Shen" userId="S::shenj24@myunitec.ac.nz::0c1ce1f6-b515-4548-bff3-06f77e120666" providerId="AD" clId="Web-{65BE00E8-39E9-43BC-6334-8CF09FB65AAB}" dt="2025-06-16T11:01:10.465" v="361"/>
        <pc:sldMkLst>
          <pc:docMk/>
          <pc:sldMk cId="0" sldId="261"/>
        </pc:sldMkLst>
        <pc:spChg chg="mod ord">
          <ac:chgData name="Jing Shen" userId="S::shenj24@myunitec.ac.nz::0c1ce1f6-b515-4548-bff3-06f77e120666" providerId="AD" clId="Web-{65BE00E8-39E9-43BC-6334-8CF09FB65AAB}" dt="2025-06-16T11:01:10.465" v="361"/>
          <ac:spMkLst>
            <pc:docMk/>
            <pc:sldMk cId="0" sldId="261"/>
            <ac:spMk id="2" creationId="{00000000-0000-0000-0000-000000000000}"/>
          </ac:spMkLst>
        </pc:spChg>
        <pc:spChg chg="mod ord">
          <ac:chgData name="Jing Shen" userId="S::shenj24@myunitec.ac.nz::0c1ce1f6-b515-4548-bff3-06f77e120666" providerId="AD" clId="Web-{65BE00E8-39E9-43BC-6334-8CF09FB65AAB}" dt="2025-06-16T11:01:10.465" v="361"/>
          <ac:spMkLst>
            <pc:docMk/>
            <pc:sldMk cId="0" sldId="261"/>
            <ac:spMk id="3" creationId="{00000000-0000-0000-0000-000000000000}"/>
          </ac:spMkLst>
        </pc:spChg>
      </pc:sldChg>
      <pc:sldChg chg="modSp mod modClrScheme chgLayout">
        <pc:chgData name="Jing Shen" userId="S::shenj24@myunitec.ac.nz::0c1ce1f6-b515-4548-bff3-06f77e120666" providerId="AD" clId="Web-{65BE00E8-39E9-43BC-6334-8CF09FB65AAB}" dt="2025-06-16T11:01:10.465" v="361"/>
        <pc:sldMkLst>
          <pc:docMk/>
          <pc:sldMk cId="0" sldId="262"/>
        </pc:sldMkLst>
        <pc:spChg chg="mod ord">
          <ac:chgData name="Jing Shen" userId="S::shenj24@myunitec.ac.nz::0c1ce1f6-b515-4548-bff3-06f77e120666" providerId="AD" clId="Web-{65BE00E8-39E9-43BC-6334-8CF09FB65AAB}" dt="2025-06-16T11:01:10.465" v="361"/>
          <ac:spMkLst>
            <pc:docMk/>
            <pc:sldMk cId="0" sldId="262"/>
            <ac:spMk id="2" creationId="{00000000-0000-0000-0000-000000000000}"/>
          </ac:spMkLst>
        </pc:spChg>
        <pc:spChg chg="mod ord">
          <ac:chgData name="Jing Shen" userId="S::shenj24@myunitec.ac.nz::0c1ce1f6-b515-4548-bff3-06f77e120666" providerId="AD" clId="Web-{65BE00E8-39E9-43BC-6334-8CF09FB65AAB}" dt="2025-06-16T11:01:10.465" v="361"/>
          <ac:spMkLst>
            <pc:docMk/>
            <pc:sldMk cId="0" sldId="262"/>
            <ac:spMk id="3" creationId="{00000000-0000-0000-0000-000000000000}"/>
          </ac:spMkLst>
        </pc:spChg>
      </pc:sldChg>
      <pc:sldChg chg="modSp mod modClrScheme chgLayout">
        <pc:chgData name="Jing Shen" userId="S::shenj24@myunitec.ac.nz::0c1ce1f6-b515-4548-bff3-06f77e120666" providerId="AD" clId="Web-{65BE00E8-39E9-43BC-6334-8CF09FB65AAB}" dt="2025-06-16T11:01:10.465" v="361"/>
        <pc:sldMkLst>
          <pc:docMk/>
          <pc:sldMk cId="0" sldId="263"/>
        </pc:sldMkLst>
        <pc:spChg chg="mod ord">
          <ac:chgData name="Jing Shen" userId="S::shenj24@myunitec.ac.nz::0c1ce1f6-b515-4548-bff3-06f77e120666" providerId="AD" clId="Web-{65BE00E8-39E9-43BC-6334-8CF09FB65AAB}" dt="2025-06-16T11:01:10.465" v="361"/>
          <ac:spMkLst>
            <pc:docMk/>
            <pc:sldMk cId="0" sldId="263"/>
            <ac:spMk id="2" creationId="{00000000-0000-0000-0000-000000000000}"/>
          </ac:spMkLst>
        </pc:spChg>
        <pc:spChg chg="mod ord">
          <ac:chgData name="Jing Shen" userId="S::shenj24@myunitec.ac.nz::0c1ce1f6-b515-4548-bff3-06f77e120666" providerId="AD" clId="Web-{65BE00E8-39E9-43BC-6334-8CF09FB65AAB}" dt="2025-06-16T11:01:10.465" v="361"/>
          <ac:spMkLst>
            <pc:docMk/>
            <pc:sldMk cId="0" sldId="263"/>
            <ac:spMk id="3" creationId="{00000000-0000-0000-0000-000000000000}"/>
          </ac:spMkLst>
        </pc:spChg>
      </pc:sldChg>
      <pc:sldChg chg="addSp delSp modSp new mod modClrScheme chgLayout">
        <pc:chgData name="Jing Shen" userId="S::shenj24@myunitec.ac.nz::0c1ce1f6-b515-4548-bff3-06f77e120666" providerId="AD" clId="Web-{65BE00E8-39E9-43BC-6334-8CF09FB65AAB}" dt="2025-06-16T11:01:10.465" v="361"/>
        <pc:sldMkLst>
          <pc:docMk/>
          <pc:sldMk cId="3489862810" sldId="264"/>
        </pc:sldMkLst>
        <pc:spChg chg="mod ord">
          <ac:chgData name="Jing Shen" userId="S::shenj24@myunitec.ac.nz::0c1ce1f6-b515-4548-bff3-06f77e120666" providerId="AD" clId="Web-{65BE00E8-39E9-43BC-6334-8CF09FB65AAB}" dt="2025-06-16T11:01:10.465" v="361"/>
          <ac:spMkLst>
            <pc:docMk/>
            <pc:sldMk cId="3489862810" sldId="264"/>
            <ac:spMk id="2" creationId="{4637617E-76F3-BB72-A8E1-73C1B86A2555}"/>
          </ac:spMkLst>
        </pc:spChg>
        <pc:spChg chg="del">
          <ac:chgData name="Jing Shen" userId="S::shenj24@myunitec.ac.nz::0c1ce1f6-b515-4548-bff3-06f77e120666" providerId="AD" clId="Web-{65BE00E8-39E9-43BC-6334-8CF09FB65AAB}" dt="2025-06-16T10:38:02.088" v="118"/>
          <ac:spMkLst>
            <pc:docMk/>
            <pc:sldMk cId="3489862810" sldId="264"/>
            <ac:spMk id="3" creationId="{D241CB77-901D-DDD2-5105-E62911DF0E61}"/>
          </ac:spMkLst>
        </pc:spChg>
        <pc:spChg chg="add del mod">
          <ac:chgData name="Jing Shen" userId="S::shenj24@myunitec.ac.nz::0c1ce1f6-b515-4548-bff3-06f77e120666" providerId="AD" clId="Web-{65BE00E8-39E9-43BC-6334-8CF09FB65AAB}" dt="2025-06-16T10:47:29.201" v="229"/>
          <ac:spMkLst>
            <pc:docMk/>
            <pc:sldMk cId="3489862810" sldId="264"/>
            <ac:spMk id="16" creationId="{4BE635BB-B1BB-1BDE-A5B6-52C7F077E856}"/>
          </ac:spMkLst>
        </pc:spChg>
        <pc:spChg chg="add del mod">
          <ac:chgData name="Jing Shen" userId="S::shenj24@myunitec.ac.nz::0c1ce1f6-b515-4548-bff3-06f77e120666" providerId="AD" clId="Web-{65BE00E8-39E9-43BC-6334-8CF09FB65AAB}" dt="2025-06-16T10:47:46.702" v="232"/>
          <ac:spMkLst>
            <pc:docMk/>
            <pc:sldMk cId="3489862810" sldId="264"/>
            <ac:spMk id="18" creationId="{27358C43-D7BD-D784-652C-18E4D6872D16}"/>
          </ac:spMkLst>
        </pc:spChg>
        <pc:spChg chg="add del mod">
          <ac:chgData name="Jing Shen" userId="S::shenj24@myunitec.ac.nz::0c1ce1f6-b515-4548-bff3-06f77e120666" providerId="AD" clId="Web-{65BE00E8-39E9-43BC-6334-8CF09FB65AAB}" dt="2025-06-16T10:48:01.749" v="236"/>
          <ac:spMkLst>
            <pc:docMk/>
            <pc:sldMk cId="3489862810" sldId="264"/>
            <ac:spMk id="21" creationId="{09D9B9A7-1C89-F836-CA00-F8E7E5AFD91C}"/>
          </ac:spMkLst>
        </pc:spChg>
        <pc:graphicFrameChg chg="add del mod ord modGraphic">
          <ac:chgData name="Jing Shen" userId="S::shenj24@myunitec.ac.nz::0c1ce1f6-b515-4548-bff3-06f77e120666" providerId="AD" clId="Web-{65BE00E8-39E9-43BC-6334-8CF09FB65AAB}" dt="2025-06-16T10:47:40.420" v="231"/>
          <ac:graphicFrameMkLst>
            <pc:docMk/>
            <pc:sldMk cId="3489862810" sldId="264"/>
            <ac:graphicFrameMk id="4" creationId="{916BD5FF-ADC8-426D-93F8-2D981D4C8307}"/>
          </ac:graphicFrameMkLst>
        </pc:graphicFrameChg>
        <pc:graphicFrameChg chg="add del mod">
          <ac:chgData name="Jing Shen" userId="S::shenj24@myunitec.ac.nz::0c1ce1f6-b515-4548-bff3-06f77e120666" providerId="AD" clId="Web-{65BE00E8-39E9-43BC-6334-8CF09FB65AAB}" dt="2025-06-16T10:38:27.198" v="120"/>
          <ac:graphicFrameMkLst>
            <pc:docMk/>
            <pc:sldMk cId="3489862810" sldId="264"/>
            <ac:graphicFrameMk id="6" creationId="{EDFB3D35-50CA-0CC8-A28A-0FF4E997F378}"/>
          </ac:graphicFrameMkLst>
        </pc:graphicFrameChg>
        <pc:graphicFrameChg chg="add del mod">
          <ac:chgData name="Jing Shen" userId="S::shenj24@myunitec.ac.nz::0c1ce1f6-b515-4548-bff3-06f77e120666" providerId="AD" clId="Web-{65BE00E8-39E9-43BC-6334-8CF09FB65AAB}" dt="2025-06-16T10:38:35.870" v="122"/>
          <ac:graphicFrameMkLst>
            <pc:docMk/>
            <pc:sldMk cId="3489862810" sldId="264"/>
            <ac:graphicFrameMk id="8" creationId="{608D77CB-FEA1-1B20-01A8-99A6678E60A7}"/>
          </ac:graphicFrameMkLst>
        </pc:graphicFrameChg>
        <pc:graphicFrameChg chg="add del mod">
          <ac:chgData name="Jing Shen" userId="S::shenj24@myunitec.ac.nz::0c1ce1f6-b515-4548-bff3-06f77e120666" providerId="AD" clId="Web-{65BE00E8-39E9-43BC-6334-8CF09FB65AAB}" dt="2025-06-16T10:38:43.698" v="124"/>
          <ac:graphicFrameMkLst>
            <pc:docMk/>
            <pc:sldMk cId="3489862810" sldId="264"/>
            <ac:graphicFrameMk id="10" creationId="{ADD5F122-F1D9-FED6-BB54-ED13C1A913B1}"/>
          </ac:graphicFrameMkLst>
        </pc:graphicFrameChg>
        <pc:graphicFrameChg chg="add del mod modGraphic">
          <ac:chgData name="Jing Shen" userId="S::shenj24@myunitec.ac.nz::0c1ce1f6-b515-4548-bff3-06f77e120666" providerId="AD" clId="Web-{65BE00E8-39E9-43BC-6334-8CF09FB65AAB}" dt="2025-06-16T10:40:27.530" v="179"/>
          <ac:graphicFrameMkLst>
            <pc:docMk/>
            <pc:sldMk cId="3489862810" sldId="264"/>
            <ac:graphicFrameMk id="12" creationId="{854010C7-FA9C-17FF-E6EF-399710DAADC7}"/>
          </ac:graphicFrameMkLst>
        </pc:graphicFrameChg>
        <pc:graphicFrameChg chg="add del mod">
          <ac:chgData name="Jing Shen" userId="S::shenj24@myunitec.ac.nz::0c1ce1f6-b515-4548-bff3-06f77e120666" providerId="AD" clId="Web-{65BE00E8-39E9-43BC-6334-8CF09FB65AAB}" dt="2025-06-16T10:38:57.808" v="129"/>
          <ac:graphicFrameMkLst>
            <pc:docMk/>
            <pc:sldMk cId="3489862810" sldId="264"/>
            <ac:graphicFrameMk id="14" creationId="{3D7B4E3C-E8C4-BDC5-D5BD-A214E5A307ED}"/>
          </ac:graphicFrameMkLst>
        </pc:graphicFrameChg>
        <pc:graphicFrameChg chg="add del mod ord modGraphic">
          <ac:chgData name="Jing Shen" userId="S::shenj24@myunitec.ac.nz::0c1ce1f6-b515-4548-bff3-06f77e120666" providerId="AD" clId="Web-{65BE00E8-39E9-43BC-6334-8CF09FB65AAB}" dt="2025-06-16T10:47:55.984" v="235"/>
          <ac:graphicFrameMkLst>
            <pc:docMk/>
            <pc:sldMk cId="3489862810" sldId="264"/>
            <ac:graphicFrameMk id="19" creationId="{897E8BF7-4DFC-2600-7A15-18D57621906A}"/>
          </ac:graphicFrameMkLst>
        </pc:graphicFrameChg>
        <pc:graphicFrameChg chg="add mod ord modGraphic">
          <ac:chgData name="Jing Shen" userId="S::shenj24@myunitec.ac.nz::0c1ce1f6-b515-4548-bff3-06f77e120666" providerId="AD" clId="Web-{65BE00E8-39E9-43BC-6334-8CF09FB65AAB}" dt="2025-06-16T11:01:10.465" v="361"/>
          <ac:graphicFrameMkLst>
            <pc:docMk/>
            <pc:sldMk cId="3489862810" sldId="264"/>
            <ac:graphicFrameMk id="22" creationId="{EFE14A9D-2A6A-E19B-F161-1498A3028FA9}"/>
          </ac:graphicFrameMkLst>
        </pc:graphicFrameChg>
      </pc:sldChg>
      <pc:sldMasterChg chg="del delSldLayout">
        <pc:chgData name="Jing Shen" userId="S::shenj24@myunitec.ac.nz::0c1ce1f6-b515-4548-bff3-06f77e120666" providerId="AD" clId="Web-{65BE00E8-39E9-43BC-6334-8CF09FB65AAB}" dt="2025-06-16T10:48:59.486" v="265"/>
        <pc:sldMasterMkLst>
          <pc:docMk/>
          <pc:sldMasterMk cId="2209977519" sldId="2147483648"/>
        </pc:sldMasterMkLst>
        <pc:sldLayoutChg chg="del">
          <pc:chgData name="Jing Shen" userId="S::shenj24@myunitec.ac.nz::0c1ce1f6-b515-4548-bff3-06f77e120666" providerId="AD" clId="Web-{65BE00E8-39E9-43BC-6334-8CF09FB65AAB}" dt="2025-06-16T10:48:59.486" v="265"/>
          <pc:sldLayoutMkLst>
            <pc:docMk/>
            <pc:sldMasterMk cId="2209977519" sldId="2147483648"/>
            <pc:sldLayoutMk cId="3168075583" sldId="2147483649"/>
          </pc:sldLayoutMkLst>
        </pc:sldLayoutChg>
        <pc:sldLayoutChg chg="del">
          <pc:chgData name="Jing Shen" userId="S::shenj24@myunitec.ac.nz::0c1ce1f6-b515-4548-bff3-06f77e120666" providerId="AD" clId="Web-{65BE00E8-39E9-43BC-6334-8CF09FB65AAB}" dt="2025-06-16T10:48:59.486" v="265"/>
          <pc:sldLayoutMkLst>
            <pc:docMk/>
            <pc:sldMasterMk cId="2209977519" sldId="2147483648"/>
            <pc:sldLayoutMk cId="2614314258" sldId="2147483650"/>
          </pc:sldLayoutMkLst>
        </pc:sldLayoutChg>
        <pc:sldLayoutChg chg="del">
          <pc:chgData name="Jing Shen" userId="S::shenj24@myunitec.ac.nz::0c1ce1f6-b515-4548-bff3-06f77e120666" providerId="AD" clId="Web-{65BE00E8-39E9-43BC-6334-8CF09FB65AAB}" dt="2025-06-16T10:48:59.486" v="265"/>
          <pc:sldLayoutMkLst>
            <pc:docMk/>
            <pc:sldMasterMk cId="2209977519" sldId="2147483648"/>
            <pc:sldLayoutMk cId="960648375" sldId="2147483651"/>
          </pc:sldLayoutMkLst>
        </pc:sldLayoutChg>
        <pc:sldLayoutChg chg="del">
          <pc:chgData name="Jing Shen" userId="S::shenj24@myunitec.ac.nz::0c1ce1f6-b515-4548-bff3-06f77e120666" providerId="AD" clId="Web-{65BE00E8-39E9-43BC-6334-8CF09FB65AAB}" dt="2025-06-16T10:48:59.486" v="265"/>
          <pc:sldLayoutMkLst>
            <pc:docMk/>
            <pc:sldMasterMk cId="2209977519" sldId="2147483648"/>
            <pc:sldLayoutMk cId="2782244947" sldId="2147483652"/>
          </pc:sldLayoutMkLst>
        </pc:sldLayoutChg>
        <pc:sldLayoutChg chg="del">
          <pc:chgData name="Jing Shen" userId="S::shenj24@myunitec.ac.nz::0c1ce1f6-b515-4548-bff3-06f77e120666" providerId="AD" clId="Web-{65BE00E8-39E9-43BC-6334-8CF09FB65AAB}" dt="2025-06-16T10:48:59.486" v="265"/>
          <pc:sldLayoutMkLst>
            <pc:docMk/>
            <pc:sldMasterMk cId="2209977519" sldId="2147483648"/>
            <pc:sldLayoutMk cId="990158736" sldId="2147483653"/>
          </pc:sldLayoutMkLst>
        </pc:sldLayoutChg>
        <pc:sldLayoutChg chg="del">
          <pc:chgData name="Jing Shen" userId="S::shenj24@myunitec.ac.nz::0c1ce1f6-b515-4548-bff3-06f77e120666" providerId="AD" clId="Web-{65BE00E8-39E9-43BC-6334-8CF09FB65AAB}" dt="2025-06-16T10:48:59.486" v="265"/>
          <pc:sldLayoutMkLst>
            <pc:docMk/>
            <pc:sldMasterMk cId="2209977519" sldId="2147483648"/>
            <pc:sldLayoutMk cId="727027711" sldId="2147483654"/>
          </pc:sldLayoutMkLst>
        </pc:sldLayoutChg>
        <pc:sldLayoutChg chg="del">
          <pc:chgData name="Jing Shen" userId="S::shenj24@myunitec.ac.nz::0c1ce1f6-b515-4548-bff3-06f77e120666" providerId="AD" clId="Web-{65BE00E8-39E9-43BC-6334-8CF09FB65AAB}" dt="2025-06-16T10:48:59.486" v="265"/>
          <pc:sldLayoutMkLst>
            <pc:docMk/>
            <pc:sldMasterMk cId="2209977519" sldId="2147483648"/>
            <pc:sldLayoutMk cId="1212999818" sldId="2147483655"/>
          </pc:sldLayoutMkLst>
        </pc:sldLayoutChg>
        <pc:sldLayoutChg chg="del">
          <pc:chgData name="Jing Shen" userId="S::shenj24@myunitec.ac.nz::0c1ce1f6-b515-4548-bff3-06f77e120666" providerId="AD" clId="Web-{65BE00E8-39E9-43BC-6334-8CF09FB65AAB}" dt="2025-06-16T10:48:59.486" v="265"/>
          <pc:sldLayoutMkLst>
            <pc:docMk/>
            <pc:sldMasterMk cId="2209977519" sldId="2147483648"/>
            <pc:sldLayoutMk cId="1840726560" sldId="2147483656"/>
          </pc:sldLayoutMkLst>
        </pc:sldLayoutChg>
        <pc:sldLayoutChg chg="del">
          <pc:chgData name="Jing Shen" userId="S::shenj24@myunitec.ac.nz::0c1ce1f6-b515-4548-bff3-06f77e120666" providerId="AD" clId="Web-{65BE00E8-39E9-43BC-6334-8CF09FB65AAB}" dt="2025-06-16T10:48:59.486" v="265"/>
          <pc:sldLayoutMkLst>
            <pc:docMk/>
            <pc:sldMasterMk cId="2209977519" sldId="2147483648"/>
            <pc:sldLayoutMk cId="3889236939" sldId="2147483657"/>
          </pc:sldLayoutMkLst>
        </pc:sldLayoutChg>
        <pc:sldLayoutChg chg="del">
          <pc:chgData name="Jing Shen" userId="S::shenj24@myunitec.ac.nz::0c1ce1f6-b515-4548-bff3-06f77e120666" providerId="AD" clId="Web-{65BE00E8-39E9-43BC-6334-8CF09FB65AAB}" dt="2025-06-16T10:48:59.486" v="265"/>
          <pc:sldLayoutMkLst>
            <pc:docMk/>
            <pc:sldMasterMk cId="2209977519" sldId="2147483648"/>
            <pc:sldLayoutMk cId="2910927964" sldId="2147483658"/>
          </pc:sldLayoutMkLst>
        </pc:sldLayoutChg>
        <pc:sldLayoutChg chg="del">
          <pc:chgData name="Jing Shen" userId="S::shenj24@myunitec.ac.nz::0c1ce1f6-b515-4548-bff3-06f77e120666" providerId="AD" clId="Web-{65BE00E8-39E9-43BC-6334-8CF09FB65AAB}" dt="2025-06-16T10:48:59.486" v="265"/>
          <pc:sldLayoutMkLst>
            <pc:docMk/>
            <pc:sldMasterMk cId="2209977519" sldId="2147483648"/>
            <pc:sldLayoutMk cId="3612223792" sldId="2147483659"/>
          </pc:sldLayoutMkLst>
        </pc:sldLayoutChg>
      </pc:sldMasterChg>
      <pc:sldMasterChg chg="add del addSldLayout delSldLayout modSldLayout">
        <pc:chgData name="Jing Shen" userId="S::shenj24@myunitec.ac.nz::0c1ce1f6-b515-4548-bff3-06f77e120666" providerId="AD" clId="Web-{65BE00E8-39E9-43BC-6334-8CF09FB65AAB}" dt="2025-06-16T10:49:02.361" v="266"/>
        <pc:sldMasterMkLst>
          <pc:docMk/>
          <pc:sldMasterMk cId="1779109907" sldId="2147483660"/>
        </pc:sldMasterMkLst>
        <pc:sldLayoutChg chg="add del mod replId">
          <pc:chgData name="Jing Shen" userId="S::shenj24@myunitec.ac.nz::0c1ce1f6-b515-4548-bff3-06f77e120666" providerId="AD" clId="Web-{65BE00E8-39E9-43BC-6334-8CF09FB65AAB}" dt="2025-06-16T10:49:02.361" v="266"/>
          <pc:sldLayoutMkLst>
            <pc:docMk/>
            <pc:sldMasterMk cId="1779109907" sldId="2147483660"/>
            <pc:sldLayoutMk cId="3330582268" sldId="2147483661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02.361" v="266"/>
          <pc:sldLayoutMkLst>
            <pc:docMk/>
            <pc:sldMasterMk cId="1779109907" sldId="2147483660"/>
            <pc:sldLayoutMk cId="2409424170" sldId="2147483662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02.361" v="266"/>
          <pc:sldLayoutMkLst>
            <pc:docMk/>
            <pc:sldMasterMk cId="1779109907" sldId="2147483660"/>
            <pc:sldLayoutMk cId="1457927813" sldId="2147483663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02.361" v="266"/>
          <pc:sldLayoutMkLst>
            <pc:docMk/>
            <pc:sldMasterMk cId="1779109907" sldId="2147483660"/>
            <pc:sldLayoutMk cId="3887262604" sldId="2147483664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02.361" v="266"/>
          <pc:sldLayoutMkLst>
            <pc:docMk/>
            <pc:sldMasterMk cId="1779109907" sldId="2147483660"/>
            <pc:sldLayoutMk cId="3880908121" sldId="2147483665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02.361" v="266"/>
          <pc:sldLayoutMkLst>
            <pc:docMk/>
            <pc:sldMasterMk cId="1779109907" sldId="2147483660"/>
            <pc:sldLayoutMk cId="234455542" sldId="2147483666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02.361" v="266"/>
          <pc:sldLayoutMkLst>
            <pc:docMk/>
            <pc:sldMasterMk cId="1779109907" sldId="2147483660"/>
            <pc:sldLayoutMk cId="397595867" sldId="2147483667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02.361" v="266"/>
          <pc:sldLayoutMkLst>
            <pc:docMk/>
            <pc:sldMasterMk cId="1779109907" sldId="2147483660"/>
            <pc:sldLayoutMk cId="3596271142" sldId="2147483668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02.361" v="266"/>
          <pc:sldLayoutMkLst>
            <pc:docMk/>
            <pc:sldMasterMk cId="1779109907" sldId="2147483660"/>
            <pc:sldLayoutMk cId="623505214" sldId="2147483669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02.361" v="266"/>
          <pc:sldLayoutMkLst>
            <pc:docMk/>
            <pc:sldMasterMk cId="1779109907" sldId="2147483660"/>
            <pc:sldLayoutMk cId="1357043660" sldId="2147483670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02.361" v="266"/>
          <pc:sldLayoutMkLst>
            <pc:docMk/>
            <pc:sldMasterMk cId="1779109907" sldId="2147483660"/>
            <pc:sldLayoutMk cId="597889943" sldId="2147483671"/>
          </pc:sldLayoutMkLst>
        </pc:sldLayoutChg>
      </pc:sldMasterChg>
      <pc:sldMasterChg chg="add del addSldLayout delSldLayout modSldLayout">
        <pc:chgData name="Jing Shen" userId="S::shenj24@myunitec.ac.nz::0c1ce1f6-b515-4548-bff3-06f77e120666" providerId="AD" clId="Web-{65BE00E8-39E9-43BC-6334-8CF09FB65AAB}" dt="2025-06-16T10:49:06.627" v="267"/>
        <pc:sldMasterMkLst>
          <pc:docMk/>
          <pc:sldMasterMk cId="3874290750" sldId="2147483672"/>
        </pc:sldMasterMkLst>
        <pc:sldLayoutChg chg="add del mod replId">
          <pc:chgData name="Jing Shen" userId="S::shenj24@myunitec.ac.nz::0c1ce1f6-b515-4548-bff3-06f77e120666" providerId="AD" clId="Web-{65BE00E8-39E9-43BC-6334-8CF09FB65AAB}" dt="2025-06-16T10:49:06.627" v="267"/>
          <pc:sldLayoutMkLst>
            <pc:docMk/>
            <pc:sldMasterMk cId="3874290750" sldId="2147483672"/>
            <pc:sldLayoutMk cId="407036496" sldId="2147483673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06.627" v="267"/>
          <pc:sldLayoutMkLst>
            <pc:docMk/>
            <pc:sldMasterMk cId="3874290750" sldId="2147483672"/>
            <pc:sldLayoutMk cId="183198413" sldId="2147483674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06.627" v="267"/>
          <pc:sldLayoutMkLst>
            <pc:docMk/>
            <pc:sldMasterMk cId="3874290750" sldId="2147483672"/>
            <pc:sldLayoutMk cId="751250756" sldId="2147483675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06.627" v="267"/>
          <pc:sldLayoutMkLst>
            <pc:docMk/>
            <pc:sldMasterMk cId="3874290750" sldId="2147483672"/>
            <pc:sldLayoutMk cId="1549243579" sldId="2147483676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06.627" v="267"/>
          <pc:sldLayoutMkLst>
            <pc:docMk/>
            <pc:sldMasterMk cId="3874290750" sldId="2147483672"/>
            <pc:sldLayoutMk cId="1257263875" sldId="2147483677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06.627" v="267"/>
          <pc:sldLayoutMkLst>
            <pc:docMk/>
            <pc:sldMasterMk cId="3874290750" sldId="2147483672"/>
            <pc:sldLayoutMk cId="458195738" sldId="2147483678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06.627" v="267"/>
          <pc:sldLayoutMkLst>
            <pc:docMk/>
            <pc:sldMasterMk cId="3874290750" sldId="2147483672"/>
            <pc:sldLayoutMk cId="3621163237" sldId="2147483679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06.627" v="267"/>
          <pc:sldLayoutMkLst>
            <pc:docMk/>
            <pc:sldMasterMk cId="3874290750" sldId="2147483672"/>
            <pc:sldLayoutMk cId="3303607756" sldId="2147483680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06.627" v="267"/>
          <pc:sldLayoutMkLst>
            <pc:docMk/>
            <pc:sldMasterMk cId="3874290750" sldId="2147483672"/>
            <pc:sldLayoutMk cId="3446874672" sldId="2147483681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06.627" v="267"/>
          <pc:sldLayoutMkLst>
            <pc:docMk/>
            <pc:sldMasterMk cId="3874290750" sldId="2147483672"/>
            <pc:sldLayoutMk cId="1985934979" sldId="2147483682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06.627" v="267"/>
          <pc:sldLayoutMkLst>
            <pc:docMk/>
            <pc:sldMasterMk cId="3874290750" sldId="2147483672"/>
            <pc:sldLayoutMk cId="3920287845" sldId="2147483683"/>
          </pc:sldLayoutMkLst>
        </pc:sldLayoutChg>
      </pc:sldMasterChg>
      <pc:sldMasterChg chg="add del addSldLayout delSldLayout modSldLayout">
        <pc:chgData name="Jing Shen" userId="S::shenj24@myunitec.ac.nz::0c1ce1f6-b515-4548-bff3-06f77e120666" providerId="AD" clId="Web-{65BE00E8-39E9-43BC-6334-8CF09FB65AAB}" dt="2025-06-16T10:49:08.236" v="268"/>
        <pc:sldMasterMkLst>
          <pc:docMk/>
          <pc:sldMasterMk cId="3336138515" sldId="2147483684"/>
        </pc:sldMasterMkLst>
        <pc:sldLayoutChg chg="add del mod replId">
          <pc:chgData name="Jing Shen" userId="S::shenj24@myunitec.ac.nz::0c1ce1f6-b515-4548-bff3-06f77e120666" providerId="AD" clId="Web-{65BE00E8-39E9-43BC-6334-8CF09FB65AAB}" dt="2025-06-16T10:49:08.236" v="268"/>
          <pc:sldLayoutMkLst>
            <pc:docMk/>
            <pc:sldMasterMk cId="3336138515" sldId="2147483684"/>
            <pc:sldLayoutMk cId="3734179666" sldId="2147483685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08.236" v="268"/>
          <pc:sldLayoutMkLst>
            <pc:docMk/>
            <pc:sldMasterMk cId="3336138515" sldId="2147483684"/>
            <pc:sldLayoutMk cId="662079909" sldId="2147483686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08.236" v="268"/>
          <pc:sldLayoutMkLst>
            <pc:docMk/>
            <pc:sldMasterMk cId="3336138515" sldId="2147483684"/>
            <pc:sldLayoutMk cId="3678421262" sldId="2147483687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08.236" v="268"/>
          <pc:sldLayoutMkLst>
            <pc:docMk/>
            <pc:sldMasterMk cId="3336138515" sldId="2147483684"/>
            <pc:sldLayoutMk cId="3048313162" sldId="2147483688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08.236" v="268"/>
          <pc:sldLayoutMkLst>
            <pc:docMk/>
            <pc:sldMasterMk cId="3336138515" sldId="2147483684"/>
            <pc:sldLayoutMk cId="3024175414" sldId="2147483689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08.236" v="268"/>
          <pc:sldLayoutMkLst>
            <pc:docMk/>
            <pc:sldMasterMk cId="3336138515" sldId="2147483684"/>
            <pc:sldLayoutMk cId="2277077294" sldId="2147483690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08.236" v="268"/>
          <pc:sldLayoutMkLst>
            <pc:docMk/>
            <pc:sldMasterMk cId="3336138515" sldId="2147483684"/>
            <pc:sldLayoutMk cId="2397894507" sldId="2147483691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08.236" v="268"/>
          <pc:sldLayoutMkLst>
            <pc:docMk/>
            <pc:sldMasterMk cId="3336138515" sldId="2147483684"/>
            <pc:sldLayoutMk cId="312475699" sldId="2147483692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08.236" v="268"/>
          <pc:sldLayoutMkLst>
            <pc:docMk/>
            <pc:sldMasterMk cId="3336138515" sldId="2147483684"/>
            <pc:sldLayoutMk cId="3708702485" sldId="2147483693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08.236" v="268"/>
          <pc:sldLayoutMkLst>
            <pc:docMk/>
            <pc:sldMasterMk cId="3336138515" sldId="2147483684"/>
            <pc:sldLayoutMk cId="1115485363" sldId="2147483694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08.236" v="268"/>
          <pc:sldLayoutMkLst>
            <pc:docMk/>
            <pc:sldMasterMk cId="3336138515" sldId="2147483684"/>
            <pc:sldLayoutMk cId="621600329" sldId="2147483695"/>
          </pc:sldLayoutMkLst>
        </pc:sldLayoutChg>
      </pc:sldMasterChg>
      <pc:sldMasterChg chg="add del addSldLayout delSldLayout modSldLayout">
        <pc:chgData name="Jing Shen" userId="S::shenj24@myunitec.ac.nz::0c1ce1f6-b515-4548-bff3-06f77e120666" providerId="AD" clId="Web-{65BE00E8-39E9-43BC-6334-8CF09FB65AAB}" dt="2025-06-16T10:49:10.236" v="269"/>
        <pc:sldMasterMkLst>
          <pc:docMk/>
          <pc:sldMasterMk cId="74154172" sldId="2147483696"/>
        </pc:sldMasterMkLst>
        <pc:sldLayoutChg chg="add del mod replId">
          <pc:chgData name="Jing Shen" userId="S::shenj24@myunitec.ac.nz::0c1ce1f6-b515-4548-bff3-06f77e120666" providerId="AD" clId="Web-{65BE00E8-39E9-43BC-6334-8CF09FB65AAB}" dt="2025-06-16T10:49:10.236" v="269"/>
          <pc:sldLayoutMkLst>
            <pc:docMk/>
            <pc:sldMasterMk cId="74154172" sldId="2147483696"/>
            <pc:sldLayoutMk cId="3601991384" sldId="2147483697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10.236" v="269"/>
          <pc:sldLayoutMkLst>
            <pc:docMk/>
            <pc:sldMasterMk cId="74154172" sldId="2147483696"/>
            <pc:sldLayoutMk cId="2488184348" sldId="2147483698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10.236" v="269"/>
          <pc:sldLayoutMkLst>
            <pc:docMk/>
            <pc:sldMasterMk cId="74154172" sldId="2147483696"/>
            <pc:sldLayoutMk cId="3671009897" sldId="2147483699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10.236" v="269"/>
          <pc:sldLayoutMkLst>
            <pc:docMk/>
            <pc:sldMasterMk cId="74154172" sldId="2147483696"/>
            <pc:sldLayoutMk cId="1917925066" sldId="2147483700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10.236" v="269"/>
          <pc:sldLayoutMkLst>
            <pc:docMk/>
            <pc:sldMasterMk cId="74154172" sldId="2147483696"/>
            <pc:sldLayoutMk cId="3456919100" sldId="2147483701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10.236" v="269"/>
          <pc:sldLayoutMkLst>
            <pc:docMk/>
            <pc:sldMasterMk cId="74154172" sldId="2147483696"/>
            <pc:sldLayoutMk cId="3878642164" sldId="2147483702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10.236" v="269"/>
          <pc:sldLayoutMkLst>
            <pc:docMk/>
            <pc:sldMasterMk cId="74154172" sldId="2147483696"/>
            <pc:sldLayoutMk cId="4241419653" sldId="2147483703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10.236" v="269"/>
          <pc:sldLayoutMkLst>
            <pc:docMk/>
            <pc:sldMasterMk cId="74154172" sldId="2147483696"/>
            <pc:sldLayoutMk cId="3883716764" sldId="2147483704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10.236" v="269"/>
          <pc:sldLayoutMkLst>
            <pc:docMk/>
            <pc:sldMasterMk cId="74154172" sldId="2147483696"/>
            <pc:sldLayoutMk cId="2190093107" sldId="2147483705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10.236" v="269"/>
          <pc:sldLayoutMkLst>
            <pc:docMk/>
            <pc:sldMasterMk cId="74154172" sldId="2147483696"/>
            <pc:sldLayoutMk cId="215907167" sldId="2147483706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10.236" v="269"/>
          <pc:sldLayoutMkLst>
            <pc:docMk/>
            <pc:sldMasterMk cId="74154172" sldId="2147483696"/>
            <pc:sldLayoutMk cId="3891827336" sldId="2147483707"/>
          </pc:sldLayoutMkLst>
        </pc:sldLayoutChg>
      </pc:sldMasterChg>
      <pc:sldMasterChg chg="add del addSldLayout delSldLayout modSldLayout">
        <pc:chgData name="Jing Shen" userId="S::shenj24@myunitec.ac.nz::0c1ce1f6-b515-4548-bff3-06f77e120666" providerId="AD" clId="Web-{65BE00E8-39E9-43BC-6334-8CF09FB65AAB}" dt="2025-06-16T10:49:12.096" v="270"/>
        <pc:sldMasterMkLst>
          <pc:docMk/>
          <pc:sldMasterMk cId="175340263" sldId="2147483708"/>
        </pc:sldMasterMkLst>
        <pc:sldLayoutChg chg="add del mod replId">
          <pc:chgData name="Jing Shen" userId="S::shenj24@myunitec.ac.nz::0c1ce1f6-b515-4548-bff3-06f77e120666" providerId="AD" clId="Web-{65BE00E8-39E9-43BC-6334-8CF09FB65AAB}" dt="2025-06-16T10:49:12.096" v="270"/>
          <pc:sldLayoutMkLst>
            <pc:docMk/>
            <pc:sldMasterMk cId="175340263" sldId="2147483708"/>
            <pc:sldLayoutMk cId="634043958" sldId="2147483709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12.096" v="270"/>
          <pc:sldLayoutMkLst>
            <pc:docMk/>
            <pc:sldMasterMk cId="175340263" sldId="2147483708"/>
            <pc:sldLayoutMk cId="2542609769" sldId="2147483710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12.096" v="270"/>
          <pc:sldLayoutMkLst>
            <pc:docMk/>
            <pc:sldMasterMk cId="175340263" sldId="2147483708"/>
            <pc:sldLayoutMk cId="836740102" sldId="2147483711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12.096" v="270"/>
          <pc:sldLayoutMkLst>
            <pc:docMk/>
            <pc:sldMasterMk cId="175340263" sldId="2147483708"/>
            <pc:sldLayoutMk cId="3194059616" sldId="2147483712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12.096" v="270"/>
          <pc:sldLayoutMkLst>
            <pc:docMk/>
            <pc:sldMasterMk cId="175340263" sldId="2147483708"/>
            <pc:sldLayoutMk cId="138392367" sldId="2147483713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12.096" v="270"/>
          <pc:sldLayoutMkLst>
            <pc:docMk/>
            <pc:sldMasterMk cId="175340263" sldId="2147483708"/>
            <pc:sldLayoutMk cId="1933861494" sldId="2147483714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12.096" v="270"/>
          <pc:sldLayoutMkLst>
            <pc:docMk/>
            <pc:sldMasterMk cId="175340263" sldId="2147483708"/>
            <pc:sldLayoutMk cId="3245180526" sldId="2147483715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12.096" v="270"/>
          <pc:sldLayoutMkLst>
            <pc:docMk/>
            <pc:sldMasterMk cId="175340263" sldId="2147483708"/>
            <pc:sldLayoutMk cId="508537135" sldId="2147483716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12.096" v="270"/>
          <pc:sldLayoutMkLst>
            <pc:docMk/>
            <pc:sldMasterMk cId="175340263" sldId="2147483708"/>
            <pc:sldLayoutMk cId="3246154966" sldId="2147483717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12.096" v="270"/>
          <pc:sldLayoutMkLst>
            <pc:docMk/>
            <pc:sldMasterMk cId="175340263" sldId="2147483708"/>
            <pc:sldLayoutMk cId="2082283377" sldId="2147483718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12.096" v="270"/>
          <pc:sldLayoutMkLst>
            <pc:docMk/>
            <pc:sldMasterMk cId="175340263" sldId="2147483708"/>
            <pc:sldLayoutMk cId="4184229052" sldId="2147483719"/>
          </pc:sldLayoutMkLst>
        </pc:sldLayoutChg>
      </pc:sldMasterChg>
      <pc:sldMasterChg chg="add del addSldLayout delSldLayout modSldLayout">
        <pc:chgData name="Jing Shen" userId="S::shenj24@myunitec.ac.nz::0c1ce1f6-b515-4548-bff3-06f77e120666" providerId="AD" clId="Web-{65BE00E8-39E9-43BC-6334-8CF09FB65AAB}" dt="2025-06-16T10:49:23.987" v="271"/>
        <pc:sldMasterMkLst>
          <pc:docMk/>
          <pc:sldMasterMk cId="2796808788" sldId="2147483720"/>
        </pc:sldMasterMkLst>
        <pc:sldLayoutChg chg="add del mod replId">
          <pc:chgData name="Jing Shen" userId="S::shenj24@myunitec.ac.nz::0c1ce1f6-b515-4548-bff3-06f77e120666" providerId="AD" clId="Web-{65BE00E8-39E9-43BC-6334-8CF09FB65AAB}" dt="2025-06-16T10:49:23.987" v="271"/>
          <pc:sldLayoutMkLst>
            <pc:docMk/>
            <pc:sldMasterMk cId="2796808788" sldId="2147483720"/>
            <pc:sldLayoutMk cId="1771981650" sldId="2147483721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23.987" v="271"/>
          <pc:sldLayoutMkLst>
            <pc:docMk/>
            <pc:sldMasterMk cId="2796808788" sldId="2147483720"/>
            <pc:sldLayoutMk cId="717562512" sldId="2147483722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23.987" v="271"/>
          <pc:sldLayoutMkLst>
            <pc:docMk/>
            <pc:sldMasterMk cId="2796808788" sldId="2147483720"/>
            <pc:sldLayoutMk cId="1085295676" sldId="2147483723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23.987" v="271"/>
          <pc:sldLayoutMkLst>
            <pc:docMk/>
            <pc:sldMasterMk cId="2796808788" sldId="2147483720"/>
            <pc:sldLayoutMk cId="3902450423" sldId="2147483724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23.987" v="271"/>
          <pc:sldLayoutMkLst>
            <pc:docMk/>
            <pc:sldMasterMk cId="2796808788" sldId="2147483720"/>
            <pc:sldLayoutMk cId="3634123259" sldId="2147483725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23.987" v="271"/>
          <pc:sldLayoutMkLst>
            <pc:docMk/>
            <pc:sldMasterMk cId="2796808788" sldId="2147483720"/>
            <pc:sldLayoutMk cId="2664975515" sldId="2147483726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23.987" v="271"/>
          <pc:sldLayoutMkLst>
            <pc:docMk/>
            <pc:sldMasterMk cId="2796808788" sldId="2147483720"/>
            <pc:sldLayoutMk cId="4071997912" sldId="2147483727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23.987" v="271"/>
          <pc:sldLayoutMkLst>
            <pc:docMk/>
            <pc:sldMasterMk cId="2796808788" sldId="2147483720"/>
            <pc:sldLayoutMk cId="2617923608" sldId="2147483728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23.987" v="271"/>
          <pc:sldLayoutMkLst>
            <pc:docMk/>
            <pc:sldMasterMk cId="2796808788" sldId="2147483720"/>
            <pc:sldLayoutMk cId="2078440920" sldId="2147483729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23.987" v="271"/>
          <pc:sldLayoutMkLst>
            <pc:docMk/>
            <pc:sldMasterMk cId="2796808788" sldId="2147483720"/>
            <pc:sldLayoutMk cId="523751151" sldId="2147483730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23.987" v="271"/>
          <pc:sldLayoutMkLst>
            <pc:docMk/>
            <pc:sldMasterMk cId="2796808788" sldId="2147483720"/>
            <pc:sldLayoutMk cId="4077724711" sldId="2147483731"/>
          </pc:sldLayoutMkLst>
        </pc:sldLayoutChg>
      </pc:sldMasterChg>
      <pc:sldMasterChg chg="add del addSldLayout delSldLayout modSldLayout">
        <pc:chgData name="Jing Shen" userId="S::shenj24@myunitec.ac.nz::0c1ce1f6-b515-4548-bff3-06f77e120666" providerId="AD" clId="Web-{65BE00E8-39E9-43BC-6334-8CF09FB65AAB}" dt="2025-06-16T10:49:30.065" v="272"/>
        <pc:sldMasterMkLst>
          <pc:docMk/>
          <pc:sldMasterMk cId="3669612743" sldId="2147483732"/>
        </pc:sldMasterMkLst>
        <pc:sldLayoutChg chg="add del mod replId">
          <pc:chgData name="Jing Shen" userId="S::shenj24@myunitec.ac.nz::0c1ce1f6-b515-4548-bff3-06f77e120666" providerId="AD" clId="Web-{65BE00E8-39E9-43BC-6334-8CF09FB65AAB}" dt="2025-06-16T10:49:30.065" v="272"/>
          <pc:sldLayoutMkLst>
            <pc:docMk/>
            <pc:sldMasterMk cId="3669612743" sldId="2147483732"/>
            <pc:sldLayoutMk cId="754122357" sldId="2147483733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30.065" v="272"/>
          <pc:sldLayoutMkLst>
            <pc:docMk/>
            <pc:sldMasterMk cId="3669612743" sldId="2147483732"/>
            <pc:sldLayoutMk cId="598312057" sldId="2147483734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30.065" v="272"/>
          <pc:sldLayoutMkLst>
            <pc:docMk/>
            <pc:sldMasterMk cId="3669612743" sldId="2147483732"/>
            <pc:sldLayoutMk cId="355766736" sldId="2147483735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30.065" v="272"/>
          <pc:sldLayoutMkLst>
            <pc:docMk/>
            <pc:sldMasterMk cId="3669612743" sldId="2147483732"/>
            <pc:sldLayoutMk cId="1183080547" sldId="2147483736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30.065" v="272"/>
          <pc:sldLayoutMkLst>
            <pc:docMk/>
            <pc:sldMasterMk cId="3669612743" sldId="2147483732"/>
            <pc:sldLayoutMk cId="2571811184" sldId="2147483737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30.065" v="272"/>
          <pc:sldLayoutMkLst>
            <pc:docMk/>
            <pc:sldMasterMk cId="3669612743" sldId="2147483732"/>
            <pc:sldLayoutMk cId="803022260" sldId="2147483738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30.065" v="272"/>
          <pc:sldLayoutMkLst>
            <pc:docMk/>
            <pc:sldMasterMk cId="3669612743" sldId="2147483732"/>
            <pc:sldLayoutMk cId="3479324053" sldId="2147483739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30.065" v="272"/>
          <pc:sldLayoutMkLst>
            <pc:docMk/>
            <pc:sldMasterMk cId="3669612743" sldId="2147483732"/>
            <pc:sldLayoutMk cId="2956677026" sldId="2147483740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30.065" v="272"/>
          <pc:sldLayoutMkLst>
            <pc:docMk/>
            <pc:sldMasterMk cId="3669612743" sldId="2147483732"/>
            <pc:sldLayoutMk cId="570373945" sldId="2147483741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30.065" v="272"/>
          <pc:sldLayoutMkLst>
            <pc:docMk/>
            <pc:sldMasterMk cId="3669612743" sldId="2147483732"/>
            <pc:sldLayoutMk cId="3411178085" sldId="2147483742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30.065" v="272"/>
          <pc:sldLayoutMkLst>
            <pc:docMk/>
            <pc:sldMasterMk cId="3669612743" sldId="2147483732"/>
            <pc:sldLayoutMk cId="630225833" sldId="2147483743"/>
          </pc:sldLayoutMkLst>
        </pc:sldLayoutChg>
      </pc:sldMasterChg>
      <pc:sldMasterChg chg="add del addSldLayout delSldLayout modSldLayout">
        <pc:chgData name="Jing Shen" userId="S::shenj24@myunitec.ac.nz::0c1ce1f6-b515-4548-bff3-06f77e120666" providerId="AD" clId="Web-{65BE00E8-39E9-43BC-6334-8CF09FB65AAB}" dt="2025-06-16T10:49:35.378" v="273"/>
        <pc:sldMasterMkLst>
          <pc:docMk/>
          <pc:sldMasterMk cId="4023984064" sldId="2147483744"/>
        </pc:sldMasterMkLst>
        <pc:sldLayoutChg chg="add del mod replId">
          <pc:chgData name="Jing Shen" userId="S::shenj24@myunitec.ac.nz::0c1ce1f6-b515-4548-bff3-06f77e120666" providerId="AD" clId="Web-{65BE00E8-39E9-43BC-6334-8CF09FB65AAB}" dt="2025-06-16T10:49:35.378" v="273"/>
          <pc:sldLayoutMkLst>
            <pc:docMk/>
            <pc:sldMasterMk cId="4023984064" sldId="2147483744"/>
            <pc:sldLayoutMk cId="3079391393" sldId="2147483745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35.378" v="273"/>
          <pc:sldLayoutMkLst>
            <pc:docMk/>
            <pc:sldMasterMk cId="4023984064" sldId="2147483744"/>
            <pc:sldLayoutMk cId="3627250335" sldId="2147483746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35.378" v="273"/>
          <pc:sldLayoutMkLst>
            <pc:docMk/>
            <pc:sldMasterMk cId="4023984064" sldId="2147483744"/>
            <pc:sldLayoutMk cId="3526143637" sldId="2147483747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35.378" v="273"/>
          <pc:sldLayoutMkLst>
            <pc:docMk/>
            <pc:sldMasterMk cId="4023984064" sldId="2147483744"/>
            <pc:sldLayoutMk cId="3812939138" sldId="2147483748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35.378" v="273"/>
          <pc:sldLayoutMkLst>
            <pc:docMk/>
            <pc:sldMasterMk cId="4023984064" sldId="2147483744"/>
            <pc:sldLayoutMk cId="2248493084" sldId="2147483749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35.378" v="273"/>
          <pc:sldLayoutMkLst>
            <pc:docMk/>
            <pc:sldMasterMk cId="4023984064" sldId="2147483744"/>
            <pc:sldLayoutMk cId="93809430" sldId="2147483750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35.378" v="273"/>
          <pc:sldLayoutMkLst>
            <pc:docMk/>
            <pc:sldMasterMk cId="4023984064" sldId="2147483744"/>
            <pc:sldLayoutMk cId="2379536687" sldId="2147483751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35.378" v="273"/>
          <pc:sldLayoutMkLst>
            <pc:docMk/>
            <pc:sldMasterMk cId="4023984064" sldId="2147483744"/>
            <pc:sldLayoutMk cId="1602843203" sldId="2147483752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35.378" v="273"/>
          <pc:sldLayoutMkLst>
            <pc:docMk/>
            <pc:sldMasterMk cId="4023984064" sldId="2147483744"/>
            <pc:sldLayoutMk cId="246688783" sldId="2147483753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35.378" v="273"/>
          <pc:sldLayoutMkLst>
            <pc:docMk/>
            <pc:sldMasterMk cId="4023984064" sldId="2147483744"/>
            <pc:sldLayoutMk cId="3271531735" sldId="2147483754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35.378" v="273"/>
          <pc:sldLayoutMkLst>
            <pc:docMk/>
            <pc:sldMasterMk cId="4023984064" sldId="2147483744"/>
            <pc:sldLayoutMk cId="4115436318" sldId="2147483755"/>
          </pc:sldLayoutMkLst>
        </pc:sldLayoutChg>
      </pc:sldMasterChg>
      <pc:sldMasterChg chg="add del addSldLayout delSldLayout modSldLayout">
        <pc:chgData name="Jing Shen" userId="S::shenj24@myunitec.ac.nz::0c1ce1f6-b515-4548-bff3-06f77e120666" providerId="AD" clId="Web-{65BE00E8-39E9-43BC-6334-8CF09FB65AAB}" dt="2025-06-16T10:49:36.675" v="274"/>
        <pc:sldMasterMkLst>
          <pc:docMk/>
          <pc:sldMasterMk cId="1401831171" sldId="2147483756"/>
        </pc:sldMasterMkLst>
        <pc:sldLayoutChg chg="add del mod replId">
          <pc:chgData name="Jing Shen" userId="S::shenj24@myunitec.ac.nz::0c1ce1f6-b515-4548-bff3-06f77e120666" providerId="AD" clId="Web-{65BE00E8-39E9-43BC-6334-8CF09FB65AAB}" dt="2025-06-16T10:49:36.675" v="274"/>
          <pc:sldLayoutMkLst>
            <pc:docMk/>
            <pc:sldMasterMk cId="1401831171" sldId="2147483756"/>
            <pc:sldLayoutMk cId="143501612" sldId="2147483757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36.675" v="274"/>
          <pc:sldLayoutMkLst>
            <pc:docMk/>
            <pc:sldMasterMk cId="1401831171" sldId="2147483756"/>
            <pc:sldLayoutMk cId="2350710656" sldId="2147483758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36.675" v="274"/>
          <pc:sldLayoutMkLst>
            <pc:docMk/>
            <pc:sldMasterMk cId="1401831171" sldId="2147483756"/>
            <pc:sldLayoutMk cId="1296573594" sldId="2147483759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36.675" v="274"/>
          <pc:sldLayoutMkLst>
            <pc:docMk/>
            <pc:sldMasterMk cId="1401831171" sldId="2147483756"/>
            <pc:sldLayoutMk cId="1956250047" sldId="2147483760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36.675" v="274"/>
          <pc:sldLayoutMkLst>
            <pc:docMk/>
            <pc:sldMasterMk cId="1401831171" sldId="2147483756"/>
            <pc:sldLayoutMk cId="110270849" sldId="2147483761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36.675" v="274"/>
          <pc:sldLayoutMkLst>
            <pc:docMk/>
            <pc:sldMasterMk cId="1401831171" sldId="2147483756"/>
            <pc:sldLayoutMk cId="3547525580" sldId="2147483762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36.675" v="274"/>
          <pc:sldLayoutMkLst>
            <pc:docMk/>
            <pc:sldMasterMk cId="1401831171" sldId="2147483756"/>
            <pc:sldLayoutMk cId="3037832087" sldId="2147483763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36.675" v="274"/>
          <pc:sldLayoutMkLst>
            <pc:docMk/>
            <pc:sldMasterMk cId="1401831171" sldId="2147483756"/>
            <pc:sldLayoutMk cId="2280695259" sldId="2147483764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36.675" v="274"/>
          <pc:sldLayoutMkLst>
            <pc:docMk/>
            <pc:sldMasterMk cId="1401831171" sldId="2147483756"/>
            <pc:sldLayoutMk cId="1901176740" sldId="2147483765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36.675" v="274"/>
          <pc:sldLayoutMkLst>
            <pc:docMk/>
            <pc:sldMasterMk cId="1401831171" sldId="2147483756"/>
            <pc:sldLayoutMk cId="1018318272" sldId="2147483766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36.675" v="274"/>
          <pc:sldLayoutMkLst>
            <pc:docMk/>
            <pc:sldMasterMk cId="1401831171" sldId="2147483756"/>
            <pc:sldLayoutMk cId="2327978900" sldId="2147483767"/>
          </pc:sldLayoutMkLst>
        </pc:sldLayoutChg>
      </pc:sldMasterChg>
      <pc:sldMasterChg chg="add del addSldLayout delSldLayout modSldLayout">
        <pc:chgData name="Jing Shen" userId="S::shenj24@myunitec.ac.nz::0c1ce1f6-b515-4548-bff3-06f77e120666" providerId="AD" clId="Web-{65BE00E8-39E9-43BC-6334-8CF09FB65AAB}" dt="2025-06-16T10:49:42.769" v="275"/>
        <pc:sldMasterMkLst>
          <pc:docMk/>
          <pc:sldMasterMk cId="4077338127" sldId="2147483768"/>
        </pc:sldMasterMkLst>
        <pc:sldLayoutChg chg="add del mod replId">
          <pc:chgData name="Jing Shen" userId="S::shenj24@myunitec.ac.nz::0c1ce1f6-b515-4548-bff3-06f77e120666" providerId="AD" clId="Web-{65BE00E8-39E9-43BC-6334-8CF09FB65AAB}" dt="2025-06-16T10:49:42.769" v="275"/>
          <pc:sldLayoutMkLst>
            <pc:docMk/>
            <pc:sldMasterMk cId="4077338127" sldId="2147483768"/>
            <pc:sldLayoutMk cId="2776070847" sldId="2147483769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42.769" v="275"/>
          <pc:sldLayoutMkLst>
            <pc:docMk/>
            <pc:sldMasterMk cId="4077338127" sldId="2147483768"/>
            <pc:sldLayoutMk cId="3019816301" sldId="2147483770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42.769" v="275"/>
          <pc:sldLayoutMkLst>
            <pc:docMk/>
            <pc:sldMasterMk cId="4077338127" sldId="2147483768"/>
            <pc:sldLayoutMk cId="1758233943" sldId="2147483771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42.769" v="275"/>
          <pc:sldLayoutMkLst>
            <pc:docMk/>
            <pc:sldMasterMk cId="4077338127" sldId="2147483768"/>
            <pc:sldLayoutMk cId="2223258568" sldId="2147483772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42.769" v="275"/>
          <pc:sldLayoutMkLst>
            <pc:docMk/>
            <pc:sldMasterMk cId="4077338127" sldId="2147483768"/>
            <pc:sldLayoutMk cId="4154002019" sldId="2147483773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42.769" v="275"/>
          <pc:sldLayoutMkLst>
            <pc:docMk/>
            <pc:sldMasterMk cId="4077338127" sldId="2147483768"/>
            <pc:sldLayoutMk cId="2052887398" sldId="2147483774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42.769" v="275"/>
          <pc:sldLayoutMkLst>
            <pc:docMk/>
            <pc:sldMasterMk cId="4077338127" sldId="2147483768"/>
            <pc:sldLayoutMk cId="2163372839" sldId="2147483775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42.769" v="275"/>
          <pc:sldLayoutMkLst>
            <pc:docMk/>
            <pc:sldMasterMk cId="4077338127" sldId="2147483768"/>
            <pc:sldLayoutMk cId="2214987692" sldId="2147483776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42.769" v="275"/>
          <pc:sldLayoutMkLst>
            <pc:docMk/>
            <pc:sldMasterMk cId="4077338127" sldId="2147483768"/>
            <pc:sldLayoutMk cId="2293832624" sldId="2147483777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42.769" v="275"/>
          <pc:sldLayoutMkLst>
            <pc:docMk/>
            <pc:sldMasterMk cId="4077338127" sldId="2147483768"/>
            <pc:sldLayoutMk cId="2283294868" sldId="2147483778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42.769" v="275"/>
          <pc:sldLayoutMkLst>
            <pc:docMk/>
            <pc:sldMasterMk cId="4077338127" sldId="2147483768"/>
            <pc:sldLayoutMk cId="2309678710" sldId="2147483779"/>
          </pc:sldLayoutMkLst>
        </pc:sldLayoutChg>
      </pc:sldMasterChg>
      <pc:sldMasterChg chg="add del addSldLayout delSldLayout modSldLayout">
        <pc:chgData name="Jing Shen" userId="S::shenj24@myunitec.ac.nz::0c1ce1f6-b515-4548-bff3-06f77e120666" providerId="AD" clId="Web-{65BE00E8-39E9-43BC-6334-8CF09FB65AAB}" dt="2025-06-16T10:49:49.863" v="276"/>
        <pc:sldMasterMkLst>
          <pc:docMk/>
          <pc:sldMasterMk cId="3152576780" sldId="2147483780"/>
        </pc:sldMasterMkLst>
        <pc:sldLayoutChg chg="add del mod replId">
          <pc:chgData name="Jing Shen" userId="S::shenj24@myunitec.ac.nz::0c1ce1f6-b515-4548-bff3-06f77e120666" providerId="AD" clId="Web-{65BE00E8-39E9-43BC-6334-8CF09FB65AAB}" dt="2025-06-16T10:49:49.863" v="276"/>
          <pc:sldLayoutMkLst>
            <pc:docMk/>
            <pc:sldMasterMk cId="3152576780" sldId="2147483780"/>
            <pc:sldLayoutMk cId="1393530758" sldId="2147483781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49.863" v="276"/>
          <pc:sldLayoutMkLst>
            <pc:docMk/>
            <pc:sldMasterMk cId="3152576780" sldId="2147483780"/>
            <pc:sldLayoutMk cId="3551482525" sldId="2147483782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49.863" v="276"/>
          <pc:sldLayoutMkLst>
            <pc:docMk/>
            <pc:sldMasterMk cId="3152576780" sldId="2147483780"/>
            <pc:sldLayoutMk cId="1583646703" sldId="2147483783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49.863" v="276"/>
          <pc:sldLayoutMkLst>
            <pc:docMk/>
            <pc:sldMasterMk cId="3152576780" sldId="2147483780"/>
            <pc:sldLayoutMk cId="3147858381" sldId="2147483784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49.863" v="276"/>
          <pc:sldLayoutMkLst>
            <pc:docMk/>
            <pc:sldMasterMk cId="3152576780" sldId="2147483780"/>
            <pc:sldLayoutMk cId="2566026050" sldId="2147483785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49.863" v="276"/>
          <pc:sldLayoutMkLst>
            <pc:docMk/>
            <pc:sldMasterMk cId="3152576780" sldId="2147483780"/>
            <pc:sldLayoutMk cId="2261176433" sldId="2147483786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49.863" v="276"/>
          <pc:sldLayoutMkLst>
            <pc:docMk/>
            <pc:sldMasterMk cId="3152576780" sldId="2147483780"/>
            <pc:sldLayoutMk cId="2685471600" sldId="2147483787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49.863" v="276"/>
          <pc:sldLayoutMkLst>
            <pc:docMk/>
            <pc:sldMasterMk cId="3152576780" sldId="2147483780"/>
            <pc:sldLayoutMk cId="2525532363" sldId="2147483788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49.863" v="276"/>
          <pc:sldLayoutMkLst>
            <pc:docMk/>
            <pc:sldMasterMk cId="3152576780" sldId="2147483780"/>
            <pc:sldLayoutMk cId="2362602630" sldId="2147483789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49.863" v="276"/>
          <pc:sldLayoutMkLst>
            <pc:docMk/>
            <pc:sldMasterMk cId="3152576780" sldId="2147483780"/>
            <pc:sldLayoutMk cId="1955416279" sldId="2147483790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49.863" v="276"/>
          <pc:sldLayoutMkLst>
            <pc:docMk/>
            <pc:sldMasterMk cId="3152576780" sldId="2147483780"/>
            <pc:sldLayoutMk cId="3532084472" sldId="2147483791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49.863" v="276"/>
          <pc:sldLayoutMkLst>
            <pc:docMk/>
            <pc:sldMasterMk cId="3152576780" sldId="2147483780"/>
            <pc:sldLayoutMk cId="2088243085" sldId="2147483792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49.863" v="276"/>
          <pc:sldLayoutMkLst>
            <pc:docMk/>
            <pc:sldMasterMk cId="3152576780" sldId="2147483780"/>
            <pc:sldLayoutMk cId="1701572658" sldId="2147483793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49.863" v="276"/>
          <pc:sldLayoutMkLst>
            <pc:docMk/>
            <pc:sldMasterMk cId="3152576780" sldId="2147483780"/>
            <pc:sldLayoutMk cId="2433792483" sldId="2147483794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49.863" v="276"/>
          <pc:sldLayoutMkLst>
            <pc:docMk/>
            <pc:sldMasterMk cId="3152576780" sldId="2147483780"/>
            <pc:sldLayoutMk cId="273398364" sldId="2147483795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49.863" v="276"/>
          <pc:sldLayoutMkLst>
            <pc:docMk/>
            <pc:sldMasterMk cId="3152576780" sldId="2147483780"/>
            <pc:sldLayoutMk cId="3391957651" sldId="2147483796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49:49.863" v="276"/>
          <pc:sldLayoutMkLst>
            <pc:docMk/>
            <pc:sldMasterMk cId="3152576780" sldId="2147483780"/>
            <pc:sldLayoutMk cId="1501506038" sldId="2147483797"/>
          </pc:sldLayoutMkLst>
        </pc:sldLayoutChg>
      </pc:sldMasterChg>
      <pc:sldMasterChg chg="add del addSldLayout delSldLayout modSldLayout">
        <pc:chgData name="Jing Shen" userId="S::shenj24@myunitec.ac.nz::0c1ce1f6-b515-4548-bff3-06f77e120666" providerId="AD" clId="Web-{65BE00E8-39E9-43BC-6334-8CF09FB65AAB}" dt="2025-06-16T10:50:15.254" v="277"/>
        <pc:sldMasterMkLst>
          <pc:docMk/>
          <pc:sldMasterMk cId="4283575324" sldId="2147483798"/>
        </pc:sldMasterMkLst>
        <pc:sldLayoutChg chg="add del mod replId">
          <pc:chgData name="Jing Shen" userId="S::shenj24@myunitec.ac.nz::0c1ce1f6-b515-4548-bff3-06f77e120666" providerId="AD" clId="Web-{65BE00E8-39E9-43BC-6334-8CF09FB65AAB}" dt="2025-06-16T10:50:15.254" v="277"/>
          <pc:sldLayoutMkLst>
            <pc:docMk/>
            <pc:sldMasterMk cId="4283575324" sldId="2147483798"/>
            <pc:sldLayoutMk cId="1249404831" sldId="2147483799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0:15.254" v="277"/>
          <pc:sldLayoutMkLst>
            <pc:docMk/>
            <pc:sldMasterMk cId="4283575324" sldId="2147483798"/>
            <pc:sldLayoutMk cId="3711302887" sldId="2147483800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0:15.254" v="277"/>
          <pc:sldLayoutMkLst>
            <pc:docMk/>
            <pc:sldMasterMk cId="4283575324" sldId="2147483798"/>
            <pc:sldLayoutMk cId="3155830796" sldId="2147483801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0:15.254" v="277"/>
          <pc:sldLayoutMkLst>
            <pc:docMk/>
            <pc:sldMasterMk cId="4283575324" sldId="2147483798"/>
            <pc:sldLayoutMk cId="4161383025" sldId="2147483802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0:15.254" v="277"/>
          <pc:sldLayoutMkLst>
            <pc:docMk/>
            <pc:sldMasterMk cId="4283575324" sldId="2147483798"/>
            <pc:sldLayoutMk cId="906978185" sldId="2147483803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0:15.254" v="277"/>
          <pc:sldLayoutMkLst>
            <pc:docMk/>
            <pc:sldMasterMk cId="4283575324" sldId="2147483798"/>
            <pc:sldLayoutMk cId="276788184" sldId="2147483804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0:15.254" v="277"/>
          <pc:sldLayoutMkLst>
            <pc:docMk/>
            <pc:sldMasterMk cId="4283575324" sldId="2147483798"/>
            <pc:sldLayoutMk cId="1608039122" sldId="2147483805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0:15.254" v="277"/>
          <pc:sldLayoutMkLst>
            <pc:docMk/>
            <pc:sldMasterMk cId="4283575324" sldId="2147483798"/>
            <pc:sldLayoutMk cId="1851710282" sldId="2147483806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0:15.254" v="277"/>
          <pc:sldLayoutMkLst>
            <pc:docMk/>
            <pc:sldMasterMk cId="4283575324" sldId="2147483798"/>
            <pc:sldLayoutMk cId="3242510566" sldId="2147483807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0:15.254" v="277"/>
          <pc:sldLayoutMkLst>
            <pc:docMk/>
            <pc:sldMasterMk cId="4283575324" sldId="2147483798"/>
            <pc:sldLayoutMk cId="3408865109" sldId="2147483808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0:15.254" v="277"/>
          <pc:sldLayoutMkLst>
            <pc:docMk/>
            <pc:sldMasterMk cId="4283575324" sldId="2147483798"/>
            <pc:sldLayoutMk cId="3794583356" sldId="2147483809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0:15.254" v="277"/>
          <pc:sldLayoutMkLst>
            <pc:docMk/>
            <pc:sldMasterMk cId="4283575324" sldId="2147483798"/>
            <pc:sldLayoutMk cId="1959407581" sldId="2147483810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0:15.254" v="277"/>
          <pc:sldLayoutMkLst>
            <pc:docMk/>
            <pc:sldMasterMk cId="4283575324" sldId="2147483798"/>
            <pc:sldLayoutMk cId="1362761491" sldId="2147483811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0:15.254" v="277"/>
          <pc:sldLayoutMkLst>
            <pc:docMk/>
            <pc:sldMasterMk cId="4283575324" sldId="2147483798"/>
            <pc:sldLayoutMk cId="2171140189" sldId="2147483812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0:15.254" v="277"/>
          <pc:sldLayoutMkLst>
            <pc:docMk/>
            <pc:sldMasterMk cId="4283575324" sldId="2147483798"/>
            <pc:sldLayoutMk cId="2902695197" sldId="2147483813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0:15.254" v="277"/>
          <pc:sldLayoutMkLst>
            <pc:docMk/>
            <pc:sldMasterMk cId="4283575324" sldId="2147483798"/>
            <pc:sldLayoutMk cId="3113416028" sldId="2147483814"/>
          </pc:sldLayoutMkLst>
        </pc:sldLayoutChg>
      </pc:sldMasterChg>
      <pc:sldMasterChg chg="add del addSldLayout delSldLayout modSldLayout">
        <pc:chgData name="Jing Shen" userId="S::shenj24@myunitec.ac.nz::0c1ce1f6-b515-4548-bff3-06f77e120666" providerId="AD" clId="Web-{65BE00E8-39E9-43BC-6334-8CF09FB65AAB}" dt="2025-06-16T10:50:32.880" v="278"/>
        <pc:sldMasterMkLst>
          <pc:docMk/>
          <pc:sldMasterMk cId="135828041" sldId="2147483815"/>
        </pc:sldMasterMkLst>
        <pc:sldLayoutChg chg="add del mod replId">
          <pc:chgData name="Jing Shen" userId="S::shenj24@myunitec.ac.nz::0c1ce1f6-b515-4548-bff3-06f77e120666" providerId="AD" clId="Web-{65BE00E8-39E9-43BC-6334-8CF09FB65AAB}" dt="2025-06-16T10:50:32.880" v="278"/>
          <pc:sldLayoutMkLst>
            <pc:docMk/>
            <pc:sldMasterMk cId="135828041" sldId="2147483815"/>
            <pc:sldLayoutMk cId="1768991370" sldId="2147483816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0:32.880" v="278"/>
          <pc:sldLayoutMkLst>
            <pc:docMk/>
            <pc:sldMasterMk cId="135828041" sldId="2147483815"/>
            <pc:sldLayoutMk cId="62888856" sldId="2147483817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0:32.880" v="278"/>
          <pc:sldLayoutMkLst>
            <pc:docMk/>
            <pc:sldMasterMk cId="135828041" sldId="2147483815"/>
            <pc:sldLayoutMk cId="1695852076" sldId="2147483818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0:32.880" v="278"/>
          <pc:sldLayoutMkLst>
            <pc:docMk/>
            <pc:sldMasterMk cId="135828041" sldId="2147483815"/>
            <pc:sldLayoutMk cId="3391237059" sldId="2147483819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0:32.880" v="278"/>
          <pc:sldLayoutMkLst>
            <pc:docMk/>
            <pc:sldMasterMk cId="135828041" sldId="2147483815"/>
            <pc:sldLayoutMk cId="3008114113" sldId="2147483820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0:32.880" v="278"/>
          <pc:sldLayoutMkLst>
            <pc:docMk/>
            <pc:sldMasterMk cId="135828041" sldId="2147483815"/>
            <pc:sldLayoutMk cId="2245818483" sldId="2147483821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0:32.880" v="278"/>
          <pc:sldLayoutMkLst>
            <pc:docMk/>
            <pc:sldMasterMk cId="135828041" sldId="2147483815"/>
            <pc:sldLayoutMk cId="1942751980" sldId="2147483822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0:32.880" v="278"/>
          <pc:sldLayoutMkLst>
            <pc:docMk/>
            <pc:sldMasterMk cId="135828041" sldId="2147483815"/>
            <pc:sldLayoutMk cId="3858090124" sldId="2147483823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0:32.880" v="278"/>
          <pc:sldLayoutMkLst>
            <pc:docMk/>
            <pc:sldMasterMk cId="135828041" sldId="2147483815"/>
            <pc:sldLayoutMk cId="2538835978" sldId="2147483824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0:32.880" v="278"/>
          <pc:sldLayoutMkLst>
            <pc:docMk/>
            <pc:sldMasterMk cId="135828041" sldId="2147483815"/>
            <pc:sldLayoutMk cId="3047824847" sldId="2147483825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0:32.880" v="278"/>
          <pc:sldLayoutMkLst>
            <pc:docMk/>
            <pc:sldMasterMk cId="135828041" sldId="2147483815"/>
            <pc:sldLayoutMk cId="2840999873" sldId="2147483826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0:32.880" v="278"/>
          <pc:sldLayoutMkLst>
            <pc:docMk/>
            <pc:sldMasterMk cId="135828041" sldId="2147483815"/>
            <pc:sldLayoutMk cId="1029182575" sldId="2147483827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0:32.880" v="278"/>
          <pc:sldLayoutMkLst>
            <pc:docMk/>
            <pc:sldMasterMk cId="135828041" sldId="2147483815"/>
            <pc:sldLayoutMk cId="2676554810" sldId="2147483828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0:32.880" v="278"/>
          <pc:sldLayoutMkLst>
            <pc:docMk/>
            <pc:sldMasterMk cId="135828041" sldId="2147483815"/>
            <pc:sldLayoutMk cId="3803082414" sldId="2147483829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0:32.880" v="278"/>
          <pc:sldLayoutMkLst>
            <pc:docMk/>
            <pc:sldMasterMk cId="135828041" sldId="2147483815"/>
            <pc:sldLayoutMk cId="3985933847" sldId="2147483830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0:32.880" v="278"/>
          <pc:sldLayoutMkLst>
            <pc:docMk/>
            <pc:sldMasterMk cId="135828041" sldId="2147483815"/>
            <pc:sldLayoutMk cId="2855577637" sldId="2147483831"/>
          </pc:sldLayoutMkLst>
        </pc:sldLayoutChg>
      </pc:sldMasterChg>
      <pc:sldMasterChg chg="add del addSldLayout delSldLayout modSldLayout">
        <pc:chgData name="Jing Shen" userId="S::shenj24@myunitec.ac.nz::0c1ce1f6-b515-4548-bff3-06f77e120666" providerId="AD" clId="Web-{65BE00E8-39E9-43BC-6334-8CF09FB65AAB}" dt="2025-06-16T10:50:41.083" v="279"/>
        <pc:sldMasterMkLst>
          <pc:docMk/>
          <pc:sldMasterMk cId="909479944" sldId="2147483832"/>
        </pc:sldMasterMkLst>
        <pc:sldLayoutChg chg="add del mod replId">
          <pc:chgData name="Jing Shen" userId="S::shenj24@myunitec.ac.nz::0c1ce1f6-b515-4548-bff3-06f77e120666" providerId="AD" clId="Web-{65BE00E8-39E9-43BC-6334-8CF09FB65AAB}" dt="2025-06-16T10:50:41.083" v="279"/>
          <pc:sldLayoutMkLst>
            <pc:docMk/>
            <pc:sldMasterMk cId="909479944" sldId="2147483832"/>
            <pc:sldLayoutMk cId="1145298966" sldId="2147483833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0:41.083" v="279"/>
          <pc:sldLayoutMkLst>
            <pc:docMk/>
            <pc:sldMasterMk cId="909479944" sldId="2147483832"/>
            <pc:sldLayoutMk cId="721673779" sldId="2147483834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0:41.083" v="279"/>
          <pc:sldLayoutMkLst>
            <pc:docMk/>
            <pc:sldMasterMk cId="909479944" sldId="2147483832"/>
            <pc:sldLayoutMk cId="1056024507" sldId="2147483835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0:41.083" v="279"/>
          <pc:sldLayoutMkLst>
            <pc:docMk/>
            <pc:sldMasterMk cId="909479944" sldId="2147483832"/>
            <pc:sldLayoutMk cId="2256246358" sldId="2147483836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0:41.083" v="279"/>
          <pc:sldLayoutMkLst>
            <pc:docMk/>
            <pc:sldMasterMk cId="909479944" sldId="2147483832"/>
            <pc:sldLayoutMk cId="3664275605" sldId="2147483837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0:41.083" v="279"/>
          <pc:sldLayoutMkLst>
            <pc:docMk/>
            <pc:sldMasterMk cId="909479944" sldId="2147483832"/>
            <pc:sldLayoutMk cId="2116530545" sldId="2147483838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0:41.083" v="279"/>
          <pc:sldLayoutMkLst>
            <pc:docMk/>
            <pc:sldMasterMk cId="909479944" sldId="2147483832"/>
            <pc:sldLayoutMk cId="3702420982" sldId="2147483839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0:41.083" v="279"/>
          <pc:sldLayoutMkLst>
            <pc:docMk/>
            <pc:sldMasterMk cId="909479944" sldId="2147483832"/>
            <pc:sldLayoutMk cId="1748282801" sldId="2147483840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0:41.083" v="279"/>
          <pc:sldLayoutMkLst>
            <pc:docMk/>
            <pc:sldMasterMk cId="909479944" sldId="2147483832"/>
            <pc:sldLayoutMk cId="423938621" sldId="2147483841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0:41.083" v="279"/>
          <pc:sldLayoutMkLst>
            <pc:docMk/>
            <pc:sldMasterMk cId="909479944" sldId="2147483832"/>
            <pc:sldLayoutMk cId="98853672" sldId="2147483842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0:41.083" v="279"/>
          <pc:sldLayoutMkLst>
            <pc:docMk/>
            <pc:sldMasterMk cId="909479944" sldId="2147483832"/>
            <pc:sldLayoutMk cId="1917654702" sldId="2147483843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0:41.083" v="279"/>
          <pc:sldLayoutMkLst>
            <pc:docMk/>
            <pc:sldMasterMk cId="909479944" sldId="2147483832"/>
            <pc:sldLayoutMk cId="3979950017" sldId="2147483844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0:41.083" v="279"/>
          <pc:sldLayoutMkLst>
            <pc:docMk/>
            <pc:sldMasterMk cId="909479944" sldId="2147483832"/>
            <pc:sldLayoutMk cId="1321274925" sldId="2147483845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0:41.083" v="279"/>
          <pc:sldLayoutMkLst>
            <pc:docMk/>
            <pc:sldMasterMk cId="909479944" sldId="2147483832"/>
            <pc:sldLayoutMk cId="3816617893" sldId="2147483846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0:41.083" v="279"/>
          <pc:sldLayoutMkLst>
            <pc:docMk/>
            <pc:sldMasterMk cId="909479944" sldId="2147483832"/>
            <pc:sldLayoutMk cId="1846415626" sldId="2147483847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0:41.083" v="279"/>
          <pc:sldLayoutMkLst>
            <pc:docMk/>
            <pc:sldMasterMk cId="909479944" sldId="2147483832"/>
            <pc:sldLayoutMk cId="3371494254" sldId="2147483848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0:41.083" v="279"/>
          <pc:sldLayoutMkLst>
            <pc:docMk/>
            <pc:sldMasterMk cId="909479944" sldId="2147483832"/>
            <pc:sldLayoutMk cId="523076649" sldId="2147483849"/>
          </pc:sldLayoutMkLst>
        </pc:sldLayoutChg>
      </pc:sldMasterChg>
      <pc:sldMasterChg chg="add del addSldLayout delSldLayout modSldLayout">
        <pc:chgData name="Jing Shen" userId="S::shenj24@myunitec.ac.nz::0c1ce1f6-b515-4548-bff3-06f77e120666" providerId="AD" clId="Web-{65BE00E8-39E9-43BC-6334-8CF09FB65AAB}" dt="2025-06-16T10:50:49.083" v="280"/>
        <pc:sldMasterMkLst>
          <pc:docMk/>
          <pc:sldMasterMk cId="1815759340" sldId="2147483850"/>
        </pc:sldMasterMkLst>
        <pc:sldLayoutChg chg="add del mod replId">
          <pc:chgData name="Jing Shen" userId="S::shenj24@myunitec.ac.nz::0c1ce1f6-b515-4548-bff3-06f77e120666" providerId="AD" clId="Web-{65BE00E8-39E9-43BC-6334-8CF09FB65AAB}" dt="2025-06-16T10:50:49.083" v="280"/>
          <pc:sldLayoutMkLst>
            <pc:docMk/>
            <pc:sldMasterMk cId="1815759340" sldId="2147483850"/>
            <pc:sldLayoutMk cId="840836485" sldId="2147483851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0:49.083" v="280"/>
          <pc:sldLayoutMkLst>
            <pc:docMk/>
            <pc:sldMasterMk cId="1815759340" sldId="2147483850"/>
            <pc:sldLayoutMk cId="1466353574" sldId="2147483852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0:49.083" v="280"/>
          <pc:sldLayoutMkLst>
            <pc:docMk/>
            <pc:sldMasterMk cId="1815759340" sldId="2147483850"/>
            <pc:sldLayoutMk cId="793438262" sldId="2147483853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0:49.083" v="280"/>
          <pc:sldLayoutMkLst>
            <pc:docMk/>
            <pc:sldMasterMk cId="1815759340" sldId="2147483850"/>
            <pc:sldLayoutMk cId="408492243" sldId="2147483854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0:49.083" v="280"/>
          <pc:sldLayoutMkLst>
            <pc:docMk/>
            <pc:sldMasterMk cId="1815759340" sldId="2147483850"/>
            <pc:sldLayoutMk cId="2295752311" sldId="2147483855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0:49.083" v="280"/>
          <pc:sldLayoutMkLst>
            <pc:docMk/>
            <pc:sldMasterMk cId="1815759340" sldId="2147483850"/>
            <pc:sldLayoutMk cId="2199942316" sldId="2147483856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0:49.083" v="280"/>
          <pc:sldLayoutMkLst>
            <pc:docMk/>
            <pc:sldMasterMk cId="1815759340" sldId="2147483850"/>
            <pc:sldLayoutMk cId="2198368543" sldId="2147483857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0:49.083" v="280"/>
          <pc:sldLayoutMkLst>
            <pc:docMk/>
            <pc:sldMasterMk cId="1815759340" sldId="2147483850"/>
            <pc:sldLayoutMk cId="1496630419" sldId="2147483858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0:49.083" v="280"/>
          <pc:sldLayoutMkLst>
            <pc:docMk/>
            <pc:sldMasterMk cId="1815759340" sldId="2147483850"/>
            <pc:sldLayoutMk cId="2016140936" sldId="2147483859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0:49.083" v="280"/>
          <pc:sldLayoutMkLst>
            <pc:docMk/>
            <pc:sldMasterMk cId="1815759340" sldId="2147483850"/>
            <pc:sldLayoutMk cId="3523553242" sldId="2147483860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0:49.083" v="280"/>
          <pc:sldLayoutMkLst>
            <pc:docMk/>
            <pc:sldMasterMk cId="1815759340" sldId="2147483850"/>
            <pc:sldLayoutMk cId="3804303706" sldId="2147483861"/>
          </pc:sldLayoutMkLst>
        </pc:sldLayoutChg>
      </pc:sldMasterChg>
      <pc:sldMasterChg chg="add del addSldLayout delSldLayout modSldLayout">
        <pc:chgData name="Jing Shen" userId="S::shenj24@myunitec.ac.nz::0c1ce1f6-b515-4548-bff3-06f77e120666" providerId="AD" clId="Web-{65BE00E8-39E9-43BC-6334-8CF09FB65AAB}" dt="2025-06-16T10:51:15.600" v="282"/>
        <pc:sldMasterMkLst>
          <pc:docMk/>
          <pc:sldMasterMk cId="772542078" sldId="2147483862"/>
        </pc:sldMasterMkLst>
        <pc:sldLayoutChg chg="add del mod replId">
          <pc:chgData name="Jing Shen" userId="S::shenj24@myunitec.ac.nz::0c1ce1f6-b515-4548-bff3-06f77e120666" providerId="AD" clId="Web-{65BE00E8-39E9-43BC-6334-8CF09FB65AAB}" dt="2025-06-16T10:51:15.600" v="282"/>
          <pc:sldLayoutMkLst>
            <pc:docMk/>
            <pc:sldMasterMk cId="772542078" sldId="2147483862"/>
            <pc:sldLayoutMk cId="2581198139" sldId="2147483863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1:15.600" v="282"/>
          <pc:sldLayoutMkLst>
            <pc:docMk/>
            <pc:sldMasterMk cId="772542078" sldId="2147483862"/>
            <pc:sldLayoutMk cId="376290244" sldId="2147483864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1:15.600" v="282"/>
          <pc:sldLayoutMkLst>
            <pc:docMk/>
            <pc:sldMasterMk cId="772542078" sldId="2147483862"/>
            <pc:sldLayoutMk cId="646462233" sldId="2147483865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1:15.600" v="282"/>
          <pc:sldLayoutMkLst>
            <pc:docMk/>
            <pc:sldMasterMk cId="772542078" sldId="2147483862"/>
            <pc:sldLayoutMk cId="1146231056" sldId="2147483866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1:15.600" v="282"/>
          <pc:sldLayoutMkLst>
            <pc:docMk/>
            <pc:sldMasterMk cId="772542078" sldId="2147483862"/>
            <pc:sldLayoutMk cId="2953437099" sldId="2147483867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1:15.600" v="282"/>
          <pc:sldLayoutMkLst>
            <pc:docMk/>
            <pc:sldMasterMk cId="772542078" sldId="2147483862"/>
            <pc:sldLayoutMk cId="1630257224" sldId="2147483868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1:15.600" v="282"/>
          <pc:sldLayoutMkLst>
            <pc:docMk/>
            <pc:sldMasterMk cId="772542078" sldId="2147483862"/>
            <pc:sldLayoutMk cId="1562199334" sldId="2147483869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1:15.600" v="282"/>
          <pc:sldLayoutMkLst>
            <pc:docMk/>
            <pc:sldMasterMk cId="772542078" sldId="2147483862"/>
            <pc:sldLayoutMk cId="1023736594" sldId="2147483870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1:15.600" v="282"/>
          <pc:sldLayoutMkLst>
            <pc:docMk/>
            <pc:sldMasterMk cId="772542078" sldId="2147483862"/>
            <pc:sldLayoutMk cId="3399740578" sldId="2147483871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1:15.600" v="282"/>
          <pc:sldLayoutMkLst>
            <pc:docMk/>
            <pc:sldMasterMk cId="772542078" sldId="2147483862"/>
            <pc:sldLayoutMk cId="3206058716" sldId="2147483872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1:15.600" v="282"/>
          <pc:sldLayoutMkLst>
            <pc:docMk/>
            <pc:sldMasterMk cId="772542078" sldId="2147483862"/>
            <pc:sldLayoutMk cId="687832600" sldId="2147483873"/>
          </pc:sldLayoutMkLst>
        </pc:sldLayoutChg>
      </pc:sldMasterChg>
      <pc:sldMasterChg chg="add del addSldLayout delSldLayout modSldLayout">
        <pc:chgData name="Jing Shen" userId="S::shenj24@myunitec.ac.nz::0c1ce1f6-b515-4548-bff3-06f77e120666" providerId="AD" clId="Web-{65BE00E8-39E9-43BC-6334-8CF09FB65AAB}" dt="2025-06-16T10:51:24.866" v="283"/>
        <pc:sldMasterMkLst>
          <pc:docMk/>
          <pc:sldMasterMk cId="3276255530" sldId="2147483874"/>
        </pc:sldMasterMkLst>
        <pc:sldLayoutChg chg="add del mod replId">
          <pc:chgData name="Jing Shen" userId="S::shenj24@myunitec.ac.nz::0c1ce1f6-b515-4548-bff3-06f77e120666" providerId="AD" clId="Web-{65BE00E8-39E9-43BC-6334-8CF09FB65AAB}" dt="2025-06-16T10:51:24.866" v="283"/>
          <pc:sldLayoutMkLst>
            <pc:docMk/>
            <pc:sldMasterMk cId="3276255530" sldId="2147483874"/>
            <pc:sldLayoutMk cId="2868730848" sldId="2147483875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1:24.866" v="283"/>
          <pc:sldLayoutMkLst>
            <pc:docMk/>
            <pc:sldMasterMk cId="3276255530" sldId="2147483874"/>
            <pc:sldLayoutMk cId="3683087023" sldId="2147483876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1:24.866" v="283"/>
          <pc:sldLayoutMkLst>
            <pc:docMk/>
            <pc:sldMasterMk cId="3276255530" sldId="2147483874"/>
            <pc:sldLayoutMk cId="3910624928" sldId="2147483877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1:24.866" v="283"/>
          <pc:sldLayoutMkLst>
            <pc:docMk/>
            <pc:sldMasterMk cId="3276255530" sldId="2147483874"/>
            <pc:sldLayoutMk cId="132956194" sldId="2147483878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1:24.866" v="283"/>
          <pc:sldLayoutMkLst>
            <pc:docMk/>
            <pc:sldMasterMk cId="3276255530" sldId="2147483874"/>
            <pc:sldLayoutMk cId="4160104682" sldId="2147483879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1:24.866" v="283"/>
          <pc:sldLayoutMkLst>
            <pc:docMk/>
            <pc:sldMasterMk cId="3276255530" sldId="2147483874"/>
            <pc:sldLayoutMk cId="1711873888" sldId="2147483880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1:24.866" v="283"/>
          <pc:sldLayoutMkLst>
            <pc:docMk/>
            <pc:sldMasterMk cId="3276255530" sldId="2147483874"/>
            <pc:sldLayoutMk cId="1732315509" sldId="2147483881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1:24.866" v="283"/>
          <pc:sldLayoutMkLst>
            <pc:docMk/>
            <pc:sldMasterMk cId="3276255530" sldId="2147483874"/>
            <pc:sldLayoutMk cId="152123236" sldId="2147483882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1:24.866" v="283"/>
          <pc:sldLayoutMkLst>
            <pc:docMk/>
            <pc:sldMasterMk cId="3276255530" sldId="2147483874"/>
            <pc:sldLayoutMk cId="1387208101" sldId="2147483883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1:24.866" v="283"/>
          <pc:sldLayoutMkLst>
            <pc:docMk/>
            <pc:sldMasterMk cId="3276255530" sldId="2147483874"/>
            <pc:sldLayoutMk cId="2837442118" sldId="2147483884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1:24.866" v="283"/>
          <pc:sldLayoutMkLst>
            <pc:docMk/>
            <pc:sldMasterMk cId="3276255530" sldId="2147483874"/>
            <pc:sldLayoutMk cId="3468121414" sldId="2147483885"/>
          </pc:sldLayoutMkLst>
        </pc:sldLayoutChg>
      </pc:sldMasterChg>
      <pc:sldMasterChg chg="add del addSldLayout delSldLayout modSldLayout">
        <pc:chgData name="Jing Shen" userId="S::shenj24@myunitec.ac.nz::0c1ce1f6-b515-4548-bff3-06f77e120666" providerId="AD" clId="Web-{65BE00E8-39E9-43BC-6334-8CF09FB65AAB}" dt="2025-06-16T10:57:26.379" v="333"/>
        <pc:sldMasterMkLst>
          <pc:docMk/>
          <pc:sldMasterMk cId="3123738948" sldId="2147483886"/>
        </pc:sldMasterMkLst>
        <pc:sldLayoutChg chg="add del mod replId">
          <pc:chgData name="Jing Shen" userId="S::shenj24@myunitec.ac.nz::0c1ce1f6-b515-4548-bff3-06f77e120666" providerId="AD" clId="Web-{65BE00E8-39E9-43BC-6334-8CF09FB65AAB}" dt="2025-06-16T10:57:26.379" v="333"/>
          <pc:sldLayoutMkLst>
            <pc:docMk/>
            <pc:sldMasterMk cId="3123738948" sldId="2147483886"/>
            <pc:sldLayoutMk cId="3002070995" sldId="2147483887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26.379" v="333"/>
          <pc:sldLayoutMkLst>
            <pc:docMk/>
            <pc:sldMasterMk cId="3123738948" sldId="2147483886"/>
            <pc:sldLayoutMk cId="1581995695" sldId="2147483888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26.379" v="333"/>
          <pc:sldLayoutMkLst>
            <pc:docMk/>
            <pc:sldMasterMk cId="3123738948" sldId="2147483886"/>
            <pc:sldLayoutMk cId="1861444950" sldId="2147483889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26.379" v="333"/>
          <pc:sldLayoutMkLst>
            <pc:docMk/>
            <pc:sldMasterMk cId="3123738948" sldId="2147483886"/>
            <pc:sldLayoutMk cId="2598569132" sldId="2147483890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26.379" v="333"/>
          <pc:sldLayoutMkLst>
            <pc:docMk/>
            <pc:sldMasterMk cId="3123738948" sldId="2147483886"/>
            <pc:sldLayoutMk cId="2339809027" sldId="2147483891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26.379" v="333"/>
          <pc:sldLayoutMkLst>
            <pc:docMk/>
            <pc:sldMasterMk cId="3123738948" sldId="2147483886"/>
            <pc:sldLayoutMk cId="2613422082" sldId="2147483892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26.379" v="333"/>
          <pc:sldLayoutMkLst>
            <pc:docMk/>
            <pc:sldMasterMk cId="3123738948" sldId="2147483886"/>
            <pc:sldLayoutMk cId="516323048" sldId="2147483893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26.379" v="333"/>
          <pc:sldLayoutMkLst>
            <pc:docMk/>
            <pc:sldMasterMk cId="3123738948" sldId="2147483886"/>
            <pc:sldLayoutMk cId="1680069245" sldId="2147483894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26.379" v="333"/>
          <pc:sldLayoutMkLst>
            <pc:docMk/>
            <pc:sldMasterMk cId="3123738948" sldId="2147483886"/>
            <pc:sldLayoutMk cId="2907207505" sldId="2147483895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26.379" v="333"/>
          <pc:sldLayoutMkLst>
            <pc:docMk/>
            <pc:sldMasterMk cId="3123738948" sldId="2147483886"/>
            <pc:sldLayoutMk cId="1762011640" sldId="2147483896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26.379" v="333"/>
          <pc:sldLayoutMkLst>
            <pc:docMk/>
            <pc:sldMasterMk cId="3123738948" sldId="2147483886"/>
            <pc:sldLayoutMk cId="3059011261" sldId="2147483897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26.379" v="333"/>
          <pc:sldLayoutMkLst>
            <pc:docMk/>
            <pc:sldMasterMk cId="3123738948" sldId="2147483886"/>
            <pc:sldLayoutMk cId="3161118073" sldId="2147483898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26.379" v="333"/>
          <pc:sldLayoutMkLst>
            <pc:docMk/>
            <pc:sldMasterMk cId="3123738948" sldId="2147483886"/>
            <pc:sldLayoutMk cId="3929004734" sldId="2147483899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26.379" v="333"/>
          <pc:sldLayoutMkLst>
            <pc:docMk/>
            <pc:sldMasterMk cId="3123738948" sldId="2147483886"/>
            <pc:sldLayoutMk cId="2242242972" sldId="2147483900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26.379" v="333"/>
          <pc:sldLayoutMkLst>
            <pc:docMk/>
            <pc:sldMasterMk cId="3123738948" sldId="2147483886"/>
            <pc:sldLayoutMk cId="1133355698" sldId="2147483901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26.379" v="333"/>
          <pc:sldLayoutMkLst>
            <pc:docMk/>
            <pc:sldMasterMk cId="3123738948" sldId="2147483886"/>
            <pc:sldLayoutMk cId="4160217122" sldId="2147483902"/>
          </pc:sldLayoutMkLst>
        </pc:sldLayoutChg>
      </pc:sldMasterChg>
      <pc:sldMasterChg chg="add del addSldLayout delSldLayout modSldLayout">
        <pc:chgData name="Jing Shen" userId="S::shenj24@myunitec.ac.nz::0c1ce1f6-b515-4548-bff3-06f77e120666" providerId="AD" clId="Web-{65BE00E8-39E9-43BC-6334-8CF09FB65AAB}" dt="2025-06-16T10:57:35.504" v="334"/>
        <pc:sldMasterMkLst>
          <pc:docMk/>
          <pc:sldMasterMk cId="235362493" sldId="2147483903"/>
        </pc:sldMasterMkLst>
        <pc:sldLayoutChg chg="add del mod replId">
          <pc:chgData name="Jing Shen" userId="S::shenj24@myunitec.ac.nz::0c1ce1f6-b515-4548-bff3-06f77e120666" providerId="AD" clId="Web-{65BE00E8-39E9-43BC-6334-8CF09FB65AAB}" dt="2025-06-16T10:57:35.504" v="334"/>
          <pc:sldLayoutMkLst>
            <pc:docMk/>
            <pc:sldMasterMk cId="235362493" sldId="2147483903"/>
            <pc:sldLayoutMk cId="2133852834" sldId="2147483904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35.504" v="334"/>
          <pc:sldLayoutMkLst>
            <pc:docMk/>
            <pc:sldMasterMk cId="235362493" sldId="2147483903"/>
            <pc:sldLayoutMk cId="335938348" sldId="2147483905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35.504" v="334"/>
          <pc:sldLayoutMkLst>
            <pc:docMk/>
            <pc:sldMasterMk cId="235362493" sldId="2147483903"/>
            <pc:sldLayoutMk cId="3765648103" sldId="2147483906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35.504" v="334"/>
          <pc:sldLayoutMkLst>
            <pc:docMk/>
            <pc:sldMasterMk cId="235362493" sldId="2147483903"/>
            <pc:sldLayoutMk cId="3808646649" sldId="2147483907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35.504" v="334"/>
          <pc:sldLayoutMkLst>
            <pc:docMk/>
            <pc:sldMasterMk cId="235362493" sldId="2147483903"/>
            <pc:sldLayoutMk cId="1094169301" sldId="2147483908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35.504" v="334"/>
          <pc:sldLayoutMkLst>
            <pc:docMk/>
            <pc:sldMasterMk cId="235362493" sldId="2147483903"/>
            <pc:sldLayoutMk cId="3540812566" sldId="2147483909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35.504" v="334"/>
          <pc:sldLayoutMkLst>
            <pc:docMk/>
            <pc:sldMasterMk cId="235362493" sldId="2147483903"/>
            <pc:sldLayoutMk cId="3820363552" sldId="2147483910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35.504" v="334"/>
          <pc:sldLayoutMkLst>
            <pc:docMk/>
            <pc:sldMasterMk cId="235362493" sldId="2147483903"/>
            <pc:sldLayoutMk cId="3259193211" sldId="2147483911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35.504" v="334"/>
          <pc:sldLayoutMkLst>
            <pc:docMk/>
            <pc:sldMasterMk cId="235362493" sldId="2147483903"/>
            <pc:sldLayoutMk cId="2541189170" sldId="2147483912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35.504" v="334"/>
          <pc:sldLayoutMkLst>
            <pc:docMk/>
            <pc:sldMasterMk cId="235362493" sldId="2147483903"/>
            <pc:sldLayoutMk cId="167122106" sldId="2147483913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35.504" v="334"/>
          <pc:sldLayoutMkLst>
            <pc:docMk/>
            <pc:sldMasterMk cId="235362493" sldId="2147483903"/>
            <pc:sldLayoutMk cId="2877160378" sldId="2147483914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35.504" v="334"/>
          <pc:sldLayoutMkLst>
            <pc:docMk/>
            <pc:sldMasterMk cId="235362493" sldId="2147483903"/>
            <pc:sldLayoutMk cId="1232512521" sldId="2147483915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35.504" v="334"/>
          <pc:sldLayoutMkLst>
            <pc:docMk/>
            <pc:sldMasterMk cId="235362493" sldId="2147483903"/>
            <pc:sldLayoutMk cId="676941366" sldId="2147483916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35.504" v="334"/>
          <pc:sldLayoutMkLst>
            <pc:docMk/>
            <pc:sldMasterMk cId="235362493" sldId="2147483903"/>
            <pc:sldLayoutMk cId="384912077" sldId="2147483917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35.504" v="334"/>
          <pc:sldLayoutMkLst>
            <pc:docMk/>
            <pc:sldMasterMk cId="235362493" sldId="2147483903"/>
            <pc:sldLayoutMk cId="3080116184" sldId="2147483918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35.504" v="334"/>
          <pc:sldLayoutMkLst>
            <pc:docMk/>
            <pc:sldMasterMk cId="235362493" sldId="2147483903"/>
            <pc:sldLayoutMk cId="3892395264" sldId="2147483919"/>
          </pc:sldLayoutMkLst>
        </pc:sldLayoutChg>
      </pc:sldMasterChg>
      <pc:sldMasterChg chg="add del addSldLayout delSldLayout modSldLayout">
        <pc:chgData name="Jing Shen" userId="S::shenj24@myunitec.ac.nz::0c1ce1f6-b515-4548-bff3-06f77e120666" providerId="AD" clId="Web-{65BE00E8-39E9-43BC-6334-8CF09FB65AAB}" dt="2025-06-16T10:57:42.582" v="335"/>
        <pc:sldMasterMkLst>
          <pc:docMk/>
          <pc:sldMasterMk cId="2194252233" sldId="2147483920"/>
        </pc:sldMasterMkLst>
        <pc:sldLayoutChg chg="add del mod replId">
          <pc:chgData name="Jing Shen" userId="S::shenj24@myunitec.ac.nz::0c1ce1f6-b515-4548-bff3-06f77e120666" providerId="AD" clId="Web-{65BE00E8-39E9-43BC-6334-8CF09FB65AAB}" dt="2025-06-16T10:57:42.582" v="335"/>
          <pc:sldLayoutMkLst>
            <pc:docMk/>
            <pc:sldMasterMk cId="2194252233" sldId="2147483920"/>
            <pc:sldLayoutMk cId="1853003867" sldId="2147483921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42.582" v="335"/>
          <pc:sldLayoutMkLst>
            <pc:docMk/>
            <pc:sldMasterMk cId="2194252233" sldId="2147483920"/>
            <pc:sldLayoutMk cId="3111324264" sldId="2147483922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42.582" v="335"/>
          <pc:sldLayoutMkLst>
            <pc:docMk/>
            <pc:sldMasterMk cId="2194252233" sldId="2147483920"/>
            <pc:sldLayoutMk cId="3581108601" sldId="2147483923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42.582" v="335"/>
          <pc:sldLayoutMkLst>
            <pc:docMk/>
            <pc:sldMasterMk cId="2194252233" sldId="2147483920"/>
            <pc:sldLayoutMk cId="3942960066" sldId="2147483924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42.582" v="335"/>
          <pc:sldLayoutMkLst>
            <pc:docMk/>
            <pc:sldMasterMk cId="2194252233" sldId="2147483920"/>
            <pc:sldLayoutMk cId="1619684829" sldId="2147483925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42.582" v="335"/>
          <pc:sldLayoutMkLst>
            <pc:docMk/>
            <pc:sldMasterMk cId="2194252233" sldId="2147483920"/>
            <pc:sldLayoutMk cId="3116461396" sldId="2147483926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42.582" v="335"/>
          <pc:sldLayoutMkLst>
            <pc:docMk/>
            <pc:sldMasterMk cId="2194252233" sldId="2147483920"/>
            <pc:sldLayoutMk cId="1587772886" sldId="2147483927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42.582" v="335"/>
          <pc:sldLayoutMkLst>
            <pc:docMk/>
            <pc:sldMasterMk cId="2194252233" sldId="2147483920"/>
            <pc:sldLayoutMk cId="1818063214" sldId="2147483928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42.582" v="335"/>
          <pc:sldLayoutMkLst>
            <pc:docMk/>
            <pc:sldMasterMk cId="2194252233" sldId="2147483920"/>
            <pc:sldLayoutMk cId="345390181" sldId="2147483929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42.582" v="335"/>
          <pc:sldLayoutMkLst>
            <pc:docMk/>
            <pc:sldMasterMk cId="2194252233" sldId="2147483920"/>
            <pc:sldLayoutMk cId="1385626391" sldId="2147483930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42.582" v="335"/>
          <pc:sldLayoutMkLst>
            <pc:docMk/>
            <pc:sldMasterMk cId="2194252233" sldId="2147483920"/>
            <pc:sldLayoutMk cId="2323685441" sldId="2147483931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42.582" v="335"/>
          <pc:sldLayoutMkLst>
            <pc:docMk/>
            <pc:sldMasterMk cId="2194252233" sldId="2147483920"/>
            <pc:sldLayoutMk cId="548163770" sldId="2147483932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42.582" v="335"/>
          <pc:sldLayoutMkLst>
            <pc:docMk/>
            <pc:sldMasterMk cId="2194252233" sldId="2147483920"/>
            <pc:sldLayoutMk cId="1430095977" sldId="2147483933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42.582" v="335"/>
          <pc:sldLayoutMkLst>
            <pc:docMk/>
            <pc:sldMasterMk cId="2194252233" sldId="2147483920"/>
            <pc:sldLayoutMk cId="302891517" sldId="2147483934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42.582" v="335"/>
          <pc:sldLayoutMkLst>
            <pc:docMk/>
            <pc:sldMasterMk cId="2194252233" sldId="2147483920"/>
            <pc:sldLayoutMk cId="3246050742" sldId="2147483935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42.582" v="335"/>
          <pc:sldLayoutMkLst>
            <pc:docMk/>
            <pc:sldMasterMk cId="2194252233" sldId="2147483920"/>
            <pc:sldLayoutMk cId="1640987858" sldId="2147483936"/>
          </pc:sldLayoutMkLst>
        </pc:sldLayoutChg>
      </pc:sldMasterChg>
      <pc:sldMasterChg chg="add del addSldLayout delSldLayout modSldLayout">
        <pc:chgData name="Jing Shen" userId="S::shenj24@myunitec.ac.nz::0c1ce1f6-b515-4548-bff3-06f77e120666" providerId="AD" clId="Web-{65BE00E8-39E9-43BC-6334-8CF09FB65AAB}" dt="2025-06-16T10:57:45.223" v="336"/>
        <pc:sldMasterMkLst>
          <pc:docMk/>
          <pc:sldMasterMk cId="1871044969" sldId="2147483937"/>
        </pc:sldMasterMkLst>
        <pc:sldLayoutChg chg="add del mod replId">
          <pc:chgData name="Jing Shen" userId="S::shenj24@myunitec.ac.nz::0c1ce1f6-b515-4548-bff3-06f77e120666" providerId="AD" clId="Web-{65BE00E8-39E9-43BC-6334-8CF09FB65AAB}" dt="2025-06-16T10:57:45.223" v="336"/>
          <pc:sldLayoutMkLst>
            <pc:docMk/>
            <pc:sldMasterMk cId="1871044969" sldId="2147483937"/>
            <pc:sldLayoutMk cId="1713139030" sldId="2147483938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45.223" v="336"/>
          <pc:sldLayoutMkLst>
            <pc:docMk/>
            <pc:sldMasterMk cId="1871044969" sldId="2147483937"/>
            <pc:sldLayoutMk cId="1677600562" sldId="2147483939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45.223" v="336"/>
          <pc:sldLayoutMkLst>
            <pc:docMk/>
            <pc:sldMasterMk cId="1871044969" sldId="2147483937"/>
            <pc:sldLayoutMk cId="1549143911" sldId="2147483940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45.223" v="336"/>
          <pc:sldLayoutMkLst>
            <pc:docMk/>
            <pc:sldMasterMk cId="1871044969" sldId="2147483937"/>
            <pc:sldLayoutMk cId="3402465343" sldId="2147483941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45.223" v="336"/>
          <pc:sldLayoutMkLst>
            <pc:docMk/>
            <pc:sldMasterMk cId="1871044969" sldId="2147483937"/>
            <pc:sldLayoutMk cId="1128583200" sldId="2147483942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45.223" v="336"/>
          <pc:sldLayoutMkLst>
            <pc:docMk/>
            <pc:sldMasterMk cId="1871044969" sldId="2147483937"/>
            <pc:sldLayoutMk cId="2395474745" sldId="2147483943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45.223" v="336"/>
          <pc:sldLayoutMkLst>
            <pc:docMk/>
            <pc:sldMasterMk cId="1871044969" sldId="2147483937"/>
            <pc:sldLayoutMk cId="3552125965" sldId="2147483944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45.223" v="336"/>
          <pc:sldLayoutMkLst>
            <pc:docMk/>
            <pc:sldMasterMk cId="1871044969" sldId="2147483937"/>
            <pc:sldLayoutMk cId="500420341" sldId="2147483945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45.223" v="336"/>
          <pc:sldLayoutMkLst>
            <pc:docMk/>
            <pc:sldMasterMk cId="1871044969" sldId="2147483937"/>
            <pc:sldLayoutMk cId="2293787323" sldId="2147483946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45.223" v="336"/>
          <pc:sldLayoutMkLst>
            <pc:docMk/>
            <pc:sldMasterMk cId="1871044969" sldId="2147483937"/>
            <pc:sldLayoutMk cId="274671587" sldId="2147483947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45.223" v="336"/>
          <pc:sldLayoutMkLst>
            <pc:docMk/>
            <pc:sldMasterMk cId="1871044969" sldId="2147483937"/>
            <pc:sldLayoutMk cId="602932056" sldId="2147483948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45.223" v="336"/>
          <pc:sldLayoutMkLst>
            <pc:docMk/>
            <pc:sldMasterMk cId="1871044969" sldId="2147483937"/>
            <pc:sldLayoutMk cId="788542470" sldId="2147483949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45.223" v="336"/>
          <pc:sldLayoutMkLst>
            <pc:docMk/>
            <pc:sldMasterMk cId="1871044969" sldId="2147483937"/>
            <pc:sldLayoutMk cId="1177166605" sldId="2147483950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45.223" v="336"/>
          <pc:sldLayoutMkLst>
            <pc:docMk/>
            <pc:sldMasterMk cId="1871044969" sldId="2147483937"/>
            <pc:sldLayoutMk cId="4084557712" sldId="2147483951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45.223" v="336"/>
          <pc:sldLayoutMkLst>
            <pc:docMk/>
            <pc:sldMasterMk cId="1871044969" sldId="2147483937"/>
            <pc:sldLayoutMk cId="961800430" sldId="2147483952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45.223" v="336"/>
          <pc:sldLayoutMkLst>
            <pc:docMk/>
            <pc:sldMasterMk cId="1871044969" sldId="2147483937"/>
            <pc:sldLayoutMk cId="3660461812" sldId="2147483953"/>
          </pc:sldLayoutMkLst>
        </pc:sldLayoutChg>
      </pc:sldMasterChg>
      <pc:sldMasterChg chg="add del addSldLayout delSldLayout modSldLayout">
        <pc:chgData name="Jing Shen" userId="S::shenj24@myunitec.ac.nz::0c1ce1f6-b515-4548-bff3-06f77e120666" providerId="AD" clId="Web-{65BE00E8-39E9-43BC-6334-8CF09FB65AAB}" dt="2025-06-16T10:57:46.770" v="337"/>
        <pc:sldMasterMkLst>
          <pc:docMk/>
          <pc:sldMasterMk cId="2589902998" sldId="2147483954"/>
        </pc:sldMasterMkLst>
        <pc:sldLayoutChg chg="add del mod replId">
          <pc:chgData name="Jing Shen" userId="S::shenj24@myunitec.ac.nz::0c1ce1f6-b515-4548-bff3-06f77e120666" providerId="AD" clId="Web-{65BE00E8-39E9-43BC-6334-8CF09FB65AAB}" dt="2025-06-16T10:57:46.770" v="337"/>
          <pc:sldLayoutMkLst>
            <pc:docMk/>
            <pc:sldMasterMk cId="2589902998" sldId="2147483954"/>
            <pc:sldLayoutMk cId="3281050062" sldId="2147483955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46.770" v="337"/>
          <pc:sldLayoutMkLst>
            <pc:docMk/>
            <pc:sldMasterMk cId="2589902998" sldId="2147483954"/>
            <pc:sldLayoutMk cId="1394251381" sldId="2147483956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46.770" v="337"/>
          <pc:sldLayoutMkLst>
            <pc:docMk/>
            <pc:sldMasterMk cId="2589902998" sldId="2147483954"/>
            <pc:sldLayoutMk cId="2230409007" sldId="2147483957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46.770" v="337"/>
          <pc:sldLayoutMkLst>
            <pc:docMk/>
            <pc:sldMasterMk cId="2589902998" sldId="2147483954"/>
            <pc:sldLayoutMk cId="2149884406" sldId="2147483958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46.770" v="337"/>
          <pc:sldLayoutMkLst>
            <pc:docMk/>
            <pc:sldMasterMk cId="2589902998" sldId="2147483954"/>
            <pc:sldLayoutMk cId="1870126202" sldId="2147483959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46.770" v="337"/>
          <pc:sldLayoutMkLst>
            <pc:docMk/>
            <pc:sldMasterMk cId="2589902998" sldId="2147483954"/>
            <pc:sldLayoutMk cId="666162969" sldId="2147483960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46.770" v="337"/>
          <pc:sldLayoutMkLst>
            <pc:docMk/>
            <pc:sldMasterMk cId="2589902998" sldId="2147483954"/>
            <pc:sldLayoutMk cId="1432558223" sldId="2147483961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46.770" v="337"/>
          <pc:sldLayoutMkLst>
            <pc:docMk/>
            <pc:sldMasterMk cId="2589902998" sldId="2147483954"/>
            <pc:sldLayoutMk cId="3314281255" sldId="2147483962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46.770" v="337"/>
          <pc:sldLayoutMkLst>
            <pc:docMk/>
            <pc:sldMasterMk cId="2589902998" sldId="2147483954"/>
            <pc:sldLayoutMk cId="3984208989" sldId="2147483963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46.770" v="337"/>
          <pc:sldLayoutMkLst>
            <pc:docMk/>
            <pc:sldMasterMk cId="2589902998" sldId="2147483954"/>
            <pc:sldLayoutMk cId="2336512619" sldId="2147483964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46.770" v="337"/>
          <pc:sldLayoutMkLst>
            <pc:docMk/>
            <pc:sldMasterMk cId="2589902998" sldId="2147483954"/>
            <pc:sldLayoutMk cId="255652764" sldId="2147483965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46.770" v="337"/>
          <pc:sldLayoutMkLst>
            <pc:docMk/>
            <pc:sldMasterMk cId="2589902998" sldId="2147483954"/>
            <pc:sldLayoutMk cId="944304132" sldId="2147483966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46.770" v="337"/>
          <pc:sldLayoutMkLst>
            <pc:docMk/>
            <pc:sldMasterMk cId="2589902998" sldId="2147483954"/>
            <pc:sldLayoutMk cId="3553972369" sldId="2147483967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46.770" v="337"/>
          <pc:sldLayoutMkLst>
            <pc:docMk/>
            <pc:sldMasterMk cId="2589902998" sldId="2147483954"/>
            <pc:sldLayoutMk cId="181242731" sldId="2147483968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46.770" v="337"/>
          <pc:sldLayoutMkLst>
            <pc:docMk/>
            <pc:sldMasterMk cId="2589902998" sldId="2147483954"/>
            <pc:sldLayoutMk cId="3202932210" sldId="2147483969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46.770" v="337"/>
          <pc:sldLayoutMkLst>
            <pc:docMk/>
            <pc:sldMasterMk cId="2589902998" sldId="2147483954"/>
            <pc:sldLayoutMk cId="1428898161" sldId="2147483970"/>
          </pc:sldLayoutMkLst>
        </pc:sldLayoutChg>
      </pc:sldMasterChg>
      <pc:sldMasterChg chg="add del addSldLayout delSldLayout modSldLayout">
        <pc:chgData name="Jing Shen" userId="S::shenj24@myunitec.ac.nz::0c1ce1f6-b515-4548-bff3-06f77e120666" providerId="AD" clId="Web-{65BE00E8-39E9-43BC-6334-8CF09FB65AAB}" dt="2025-06-16T10:57:52.020" v="338"/>
        <pc:sldMasterMkLst>
          <pc:docMk/>
          <pc:sldMasterMk cId="3461660001" sldId="2147483971"/>
        </pc:sldMasterMkLst>
        <pc:sldLayoutChg chg="add del mod replId">
          <pc:chgData name="Jing Shen" userId="S::shenj24@myunitec.ac.nz::0c1ce1f6-b515-4548-bff3-06f77e120666" providerId="AD" clId="Web-{65BE00E8-39E9-43BC-6334-8CF09FB65AAB}" dt="2025-06-16T10:57:52.020" v="338"/>
          <pc:sldLayoutMkLst>
            <pc:docMk/>
            <pc:sldMasterMk cId="3461660001" sldId="2147483971"/>
            <pc:sldLayoutMk cId="1543589100" sldId="2147483972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52.020" v="338"/>
          <pc:sldLayoutMkLst>
            <pc:docMk/>
            <pc:sldMasterMk cId="3461660001" sldId="2147483971"/>
            <pc:sldLayoutMk cId="2203747358" sldId="2147483973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52.020" v="338"/>
          <pc:sldLayoutMkLst>
            <pc:docMk/>
            <pc:sldMasterMk cId="3461660001" sldId="2147483971"/>
            <pc:sldLayoutMk cId="3429152195" sldId="2147483974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52.020" v="338"/>
          <pc:sldLayoutMkLst>
            <pc:docMk/>
            <pc:sldMasterMk cId="3461660001" sldId="2147483971"/>
            <pc:sldLayoutMk cId="4140006136" sldId="2147483975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52.020" v="338"/>
          <pc:sldLayoutMkLst>
            <pc:docMk/>
            <pc:sldMasterMk cId="3461660001" sldId="2147483971"/>
            <pc:sldLayoutMk cId="1836843971" sldId="2147483976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52.020" v="338"/>
          <pc:sldLayoutMkLst>
            <pc:docMk/>
            <pc:sldMasterMk cId="3461660001" sldId="2147483971"/>
            <pc:sldLayoutMk cId="684792941" sldId="2147483977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52.020" v="338"/>
          <pc:sldLayoutMkLst>
            <pc:docMk/>
            <pc:sldMasterMk cId="3461660001" sldId="2147483971"/>
            <pc:sldLayoutMk cId="1771287604" sldId="2147483978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52.020" v="338"/>
          <pc:sldLayoutMkLst>
            <pc:docMk/>
            <pc:sldMasterMk cId="3461660001" sldId="2147483971"/>
            <pc:sldLayoutMk cId="3328313252" sldId="2147483979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52.020" v="338"/>
          <pc:sldLayoutMkLst>
            <pc:docMk/>
            <pc:sldMasterMk cId="3461660001" sldId="2147483971"/>
            <pc:sldLayoutMk cId="495892515" sldId="2147483980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52.020" v="338"/>
          <pc:sldLayoutMkLst>
            <pc:docMk/>
            <pc:sldMasterMk cId="3461660001" sldId="2147483971"/>
            <pc:sldLayoutMk cId="3205823169" sldId="2147483981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52.020" v="338"/>
          <pc:sldLayoutMkLst>
            <pc:docMk/>
            <pc:sldMasterMk cId="3461660001" sldId="2147483971"/>
            <pc:sldLayoutMk cId="2487072927" sldId="2147483982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52.020" v="338"/>
          <pc:sldLayoutMkLst>
            <pc:docMk/>
            <pc:sldMasterMk cId="3461660001" sldId="2147483971"/>
            <pc:sldLayoutMk cId="562835187" sldId="2147483983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52.020" v="338"/>
          <pc:sldLayoutMkLst>
            <pc:docMk/>
            <pc:sldMasterMk cId="3461660001" sldId="2147483971"/>
            <pc:sldLayoutMk cId="32512740" sldId="2147483984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52.020" v="338"/>
          <pc:sldLayoutMkLst>
            <pc:docMk/>
            <pc:sldMasterMk cId="3461660001" sldId="2147483971"/>
            <pc:sldLayoutMk cId="1489144877" sldId="2147483985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52.020" v="338"/>
          <pc:sldLayoutMkLst>
            <pc:docMk/>
            <pc:sldMasterMk cId="3461660001" sldId="2147483971"/>
            <pc:sldLayoutMk cId="2197980457" sldId="2147483986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52.020" v="338"/>
          <pc:sldLayoutMkLst>
            <pc:docMk/>
            <pc:sldMasterMk cId="3461660001" sldId="2147483971"/>
            <pc:sldLayoutMk cId="2371463903" sldId="2147483987"/>
          </pc:sldLayoutMkLst>
        </pc:sldLayoutChg>
      </pc:sldMasterChg>
      <pc:sldMasterChg chg="add del addSldLayout delSldLayout modSldLayout">
        <pc:chgData name="Jing Shen" userId="S::shenj24@myunitec.ac.nz::0c1ce1f6-b515-4548-bff3-06f77e120666" providerId="AD" clId="Web-{65BE00E8-39E9-43BC-6334-8CF09FB65AAB}" dt="2025-06-16T10:57:55.458" v="339"/>
        <pc:sldMasterMkLst>
          <pc:docMk/>
          <pc:sldMasterMk cId="3680912115" sldId="2147483988"/>
        </pc:sldMasterMkLst>
        <pc:sldLayoutChg chg="add del mod replId">
          <pc:chgData name="Jing Shen" userId="S::shenj24@myunitec.ac.nz::0c1ce1f6-b515-4548-bff3-06f77e120666" providerId="AD" clId="Web-{65BE00E8-39E9-43BC-6334-8CF09FB65AAB}" dt="2025-06-16T10:57:55.458" v="339"/>
          <pc:sldLayoutMkLst>
            <pc:docMk/>
            <pc:sldMasterMk cId="3680912115" sldId="2147483988"/>
            <pc:sldLayoutMk cId="189403212" sldId="2147483989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55.458" v="339"/>
          <pc:sldLayoutMkLst>
            <pc:docMk/>
            <pc:sldMasterMk cId="3680912115" sldId="2147483988"/>
            <pc:sldLayoutMk cId="4246871423" sldId="2147483990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55.458" v="339"/>
          <pc:sldLayoutMkLst>
            <pc:docMk/>
            <pc:sldMasterMk cId="3680912115" sldId="2147483988"/>
            <pc:sldLayoutMk cId="812567694" sldId="2147483991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55.458" v="339"/>
          <pc:sldLayoutMkLst>
            <pc:docMk/>
            <pc:sldMasterMk cId="3680912115" sldId="2147483988"/>
            <pc:sldLayoutMk cId="1837123211" sldId="2147483992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55.458" v="339"/>
          <pc:sldLayoutMkLst>
            <pc:docMk/>
            <pc:sldMasterMk cId="3680912115" sldId="2147483988"/>
            <pc:sldLayoutMk cId="2241739602" sldId="2147483993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55.458" v="339"/>
          <pc:sldLayoutMkLst>
            <pc:docMk/>
            <pc:sldMasterMk cId="3680912115" sldId="2147483988"/>
            <pc:sldLayoutMk cId="53232523" sldId="2147483994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55.458" v="339"/>
          <pc:sldLayoutMkLst>
            <pc:docMk/>
            <pc:sldMasterMk cId="3680912115" sldId="2147483988"/>
            <pc:sldLayoutMk cId="1256341356" sldId="2147483995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55.458" v="339"/>
          <pc:sldLayoutMkLst>
            <pc:docMk/>
            <pc:sldMasterMk cId="3680912115" sldId="2147483988"/>
            <pc:sldLayoutMk cId="474598455" sldId="2147483996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55.458" v="339"/>
          <pc:sldLayoutMkLst>
            <pc:docMk/>
            <pc:sldMasterMk cId="3680912115" sldId="2147483988"/>
            <pc:sldLayoutMk cId="4281700205" sldId="2147483997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55.458" v="339"/>
          <pc:sldLayoutMkLst>
            <pc:docMk/>
            <pc:sldMasterMk cId="3680912115" sldId="2147483988"/>
            <pc:sldLayoutMk cId="597974105" sldId="2147483998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55.458" v="339"/>
          <pc:sldLayoutMkLst>
            <pc:docMk/>
            <pc:sldMasterMk cId="3680912115" sldId="2147483988"/>
            <pc:sldLayoutMk cId="1678137591" sldId="2147483999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55.458" v="339"/>
          <pc:sldLayoutMkLst>
            <pc:docMk/>
            <pc:sldMasterMk cId="3680912115" sldId="2147483988"/>
            <pc:sldLayoutMk cId="3320130162" sldId="2147484000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55.458" v="339"/>
          <pc:sldLayoutMkLst>
            <pc:docMk/>
            <pc:sldMasterMk cId="3680912115" sldId="2147483988"/>
            <pc:sldLayoutMk cId="3774074873" sldId="2147484001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55.458" v="339"/>
          <pc:sldLayoutMkLst>
            <pc:docMk/>
            <pc:sldMasterMk cId="3680912115" sldId="2147483988"/>
            <pc:sldLayoutMk cId="1011799628" sldId="2147484002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55.458" v="339"/>
          <pc:sldLayoutMkLst>
            <pc:docMk/>
            <pc:sldMasterMk cId="3680912115" sldId="2147483988"/>
            <pc:sldLayoutMk cId="4224766405" sldId="2147484003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7:55.458" v="339"/>
          <pc:sldLayoutMkLst>
            <pc:docMk/>
            <pc:sldMasterMk cId="3680912115" sldId="2147483988"/>
            <pc:sldLayoutMk cId="2861943499" sldId="2147484004"/>
          </pc:sldLayoutMkLst>
        </pc:sldLayoutChg>
      </pc:sldMasterChg>
      <pc:sldMasterChg chg="add del addSldLayout delSldLayout modSldLayout">
        <pc:chgData name="Jing Shen" userId="S::shenj24@myunitec.ac.nz::0c1ce1f6-b515-4548-bff3-06f77e120666" providerId="AD" clId="Web-{65BE00E8-39E9-43BC-6334-8CF09FB65AAB}" dt="2025-06-16T10:58:01.630" v="340"/>
        <pc:sldMasterMkLst>
          <pc:docMk/>
          <pc:sldMasterMk cId="1818446167" sldId="2147484005"/>
        </pc:sldMasterMkLst>
        <pc:sldLayoutChg chg="add del mod replId">
          <pc:chgData name="Jing Shen" userId="S::shenj24@myunitec.ac.nz::0c1ce1f6-b515-4548-bff3-06f77e120666" providerId="AD" clId="Web-{65BE00E8-39E9-43BC-6334-8CF09FB65AAB}" dt="2025-06-16T10:58:01.630" v="340"/>
          <pc:sldLayoutMkLst>
            <pc:docMk/>
            <pc:sldMasterMk cId="1818446167" sldId="2147484005"/>
            <pc:sldLayoutMk cId="3331616163" sldId="2147484006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01.630" v="340"/>
          <pc:sldLayoutMkLst>
            <pc:docMk/>
            <pc:sldMasterMk cId="1818446167" sldId="2147484005"/>
            <pc:sldLayoutMk cId="2135224838" sldId="2147484007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01.630" v="340"/>
          <pc:sldLayoutMkLst>
            <pc:docMk/>
            <pc:sldMasterMk cId="1818446167" sldId="2147484005"/>
            <pc:sldLayoutMk cId="1878771205" sldId="2147484008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01.630" v="340"/>
          <pc:sldLayoutMkLst>
            <pc:docMk/>
            <pc:sldMasterMk cId="1818446167" sldId="2147484005"/>
            <pc:sldLayoutMk cId="3973484113" sldId="2147484009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01.630" v="340"/>
          <pc:sldLayoutMkLst>
            <pc:docMk/>
            <pc:sldMasterMk cId="1818446167" sldId="2147484005"/>
            <pc:sldLayoutMk cId="2713996652" sldId="2147484010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01.630" v="340"/>
          <pc:sldLayoutMkLst>
            <pc:docMk/>
            <pc:sldMasterMk cId="1818446167" sldId="2147484005"/>
            <pc:sldLayoutMk cId="139326922" sldId="2147484011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01.630" v="340"/>
          <pc:sldLayoutMkLst>
            <pc:docMk/>
            <pc:sldMasterMk cId="1818446167" sldId="2147484005"/>
            <pc:sldLayoutMk cId="1303089294" sldId="2147484012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01.630" v="340"/>
          <pc:sldLayoutMkLst>
            <pc:docMk/>
            <pc:sldMasterMk cId="1818446167" sldId="2147484005"/>
            <pc:sldLayoutMk cId="3797089688" sldId="2147484013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01.630" v="340"/>
          <pc:sldLayoutMkLst>
            <pc:docMk/>
            <pc:sldMasterMk cId="1818446167" sldId="2147484005"/>
            <pc:sldLayoutMk cId="1837398230" sldId="2147484014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01.630" v="340"/>
          <pc:sldLayoutMkLst>
            <pc:docMk/>
            <pc:sldMasterMk cId="1818446167" sldId="2147484005"/>
            <pc:sldLayoutMk cId="2854902775" sldId="2147484015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01.630" v="340"/>
          <pc:sldLayoutMkLst>
            <pc:docMk/>
            <pc:sldMasterMk cId="1818446167" sldId="2147484005"/>
            <pc:sldLayoutMk cId="576484316" sldId="2147484016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01.630" v="340"/>
          <pc:sldLayoutMkLst>
            <pc:docMk/>
            <pc:sldMasterMk cId="1818446167" sldId="2147484005"/>
            <pc:sldLayoutMk cId="4283581913" sldId="2147484017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01.630" v="340"/>
          <pc:sldLayoutMkLst>
            <pc:docMk/>
            <pc:sldMasterMk cId="1818446167" sldId="2147484005"/>
            <pc:sldLayoutMk cId="2412061986" sldId="2147484018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01.630" v="340"/>
          <pc:sldLayoutMkLst>
            <pc:docMk/>
            <pc:sldMasterMk cId="1818446167" sldId="2147484005"/>
            <pc:sldLayoutMk cId="2085609973" sldId="2147484019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01.630" v="340"/>
          <pc:sldLayoutMkLst>
            <pc:docMk/>
            <pc:sldMasterMk cId="1818446167" sldId="2147484005"/>
            <pc:sldLayoutMk cId="1074723531" sldId="2147484020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01.630" v="340"/>
          <pc:sldLayoutMkLst>
            <pc:docMk/>
            <pc:sldMasterMk cId="1818446167" sldId="2147484005"/>
            <pc:sldLayoutMk cId="1365496262" sldId="2147484021"/>
          </pc:sldLayoutMkLst>
        </pc:sldLayoutChg>
      </pc:sldMasterChg>
      <pc:sldMasterChg chg="add del addSldLayout delSldLayout modSldLayout">
        <pc:chgData name="Jing Shen" userId="S::shenj24@myunitec.ac.nz::0c1ce1f6-b515-4548-bff3-06f77e120666" providerId="AD" clId="Web-{65BE00E8-39E9-43BC-6334-8CF09FB65AAB}" dt="2025-06-16T10:58:03.489" v="341"/>
        <pc:sldMasterMkLst>
          <pc:docMk/>
          <pc:sldMasterMk cId="3164801300" sldId="2147484022"/>
        </pc:sldMasterMkLst>
        <pc:sldLayoutChg chg="add del mod replId">
          <pc:chgData name="Jing Shen" userId="S::shenj24@myunitec.ac.nz::0c1ce1f6-b515-4548-bff3-06f77e120666" providerId="AD" clId="Web-{65BE00E8-39E9-43BC-6334-8CF09FB65AAB}" dt="2025-06-16T10:58:03.489" v="341"/>
          <pc:sldLayoutMkLst>
            <pc:docMk/>
            <pc:sldMasterMk cId="3164801300" sldId="2147484022"/>
            <pc:sldLayoutMk cId="1610502046" sldId="2147484023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03.489" v="341"/>
          <pc:sldLayoutMkLst>
            <pc:docMk/>
            <pc:sldMasterMk cId="3164801300" sldId="2147484022"/>
            <pc:sldLayoutMk cId="867161026" sldId="2147484024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03.489" v="341"/>
          <pc:sldLayoutMkLst>
            <pc:docMk/>
            <pc:sldMasterMk cId="3164801300" sldId="2147484022"/>
            <pc:sldLayoutMk cId="2409783816" sldId="2147484025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03.489" v="341"/>
          <pc:sldLayoutMkLst>
            <pc:docMk/>
            <pc:sldMasterMk cId="3164801300" sldId="2147484022"/>
            <pc:sldLayoutMk cId="2304881559" sldId="2147484026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03.489" v="341"/>
          <pc:sldLayoutMkLst>
            <pc:docMk/>
            <pc:sldMasterMk cId="3164801300" sldId="2147484022"/>
            <pc:sldLayoutMk cId="886927782" sldId="2147484027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03.489" v="341"/>
          <pc:sldLayoutMkLst>
            <pc:docMk/>
            <pc:sldMasterMk cId="3164801300" sldId="2147484022"/>
            <pc:sldLayoutMk cId="1367749768" sldId="2147484028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03.489" v="341"/>
          <pc:sldLayoutMkLst>
            <pc:docMk/>
            <pc:sldMasterMk cId="3164801300" sldId="2147484022"/>
            <pc:sldLayoutMk cId="3358066269" sldId="2147484029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03.489" v="341"/>
          <pc:sldLayoutMkLst>
            <pc:docMk/>
            <pc:sldMasterMk cId="3164801300" sldId="2147484022"/>
            <pc:sldLayoutMk cId="2262669420" sldId="2147484030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03.489" v="341"/>
          <pc:sldLayoutMkLst>
            <pc:docMk/>
            <pc:sldMasterMk cId="3164801300" sldId="2147484022"/>
            <pc:sldLayoutMk cId="4179769150" sldId="2147484031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03.489" v="341"/>
          <pc:sldLayoutMkLst>
            <pc:docMk/>
            <pc:sldMasterMk cId="3164801300" sldId="2147484022"/>
            <pc:sldLayoutMk cId="2638260662" sldId="2147484032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03.489" v="341"/>
          <pc:sldLayoutMkLst>
            <pc:docMk/>
            <pc:sldMasterMk cId="3164801300" sldId="2147484022"/>
            <pc:sldLayoutMk cId="2441145010" sldId="2147484033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03.489" v="341"/>
          <pc:sldLayoutMkLst>
            <pc:docMk/>
            <pc:sldMasterMk cId="3164801300" sldId="2147484022"/>
            <pc:sldLayoutMk cId="233485955" sldId="2147484034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03.489" v="341"/>
          <pc:sldLayoutMkLst>
            <pc:docMk/>
            <pc:sldMasterMk cId="3164801300" sldId="2147484022"/>
            <pc:sldLayoutMk cId="4233607430" sldId="2147484035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03.489" v="341"/>
          <pc:sldLayoutMkLst>
            <pc:docMk/>
            <pc:sldMasterMk cId="3164801300" sldId="2147484022"/>
            <pc:sldLayoutMk cId="1015543988" sldId="2147484036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03.489" v="341"/>
          <pc:sldLayoutMkLst>
            <pc:docMk/>
            <pc:sldMasterMk cId="3164801300" sldId="2147484022"/>
            <pc:sldLayoutMk cId="2329560051" sldId="2147484037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03.489" v="341"/>
          <pc:sldLayoutMkLst>
            <pc:docMk/>
            <pc:sldMasterMk cId="3164801300" sldId="2147484022"/>
            <pc:sldLayoutMk cId="1016763342" sldId="2147484038"/>
          </pc:sldLayoutMkLst>
        </pc:sldLayoutChg>
      </pc:sldMasterChg>
      <pc:sldMasterChg chg="add del addSldLayout delSldLayout modSldLayout">
        <pc:chgData name="Jing Shen" userId="S::shenj24@myunitec.ac.nz::0c1ce1f6-b515-4548-bff3-06f77e120666" providerId="AD" clId="Web-{65BE00E8-39E9-43BC-6334-8CF09FB65AAB}" dt="2025-06-16T10:58:15.349" v="342"/>
        <pc:sldMasterMkLst>
          <pc:docMk/>
          <pc:sldMasterMk cId="3883989077" sldId="2147484039"/>
        </pc:sldMasterMkLst>
        <pc:sldLayoutChg chg="add del mod replId">
          <pc:chgData name="Jing Shen" userId="S::shenj24@myunitec.ac.nz::0c1ce1f6-b515-4548-bff3-06f77e120666" providerId="AD" clId="Web-{65BE00E8-39E9-43BC-6334-8CF09FB65AAB}" dt="2025-06-16T10:58:15.349" v="342"/>
          <pc:sldLayoutMkLst>
            <pc:docMk/>
            <pc:sldMasterMk cId="3883989077" sldId="2147484039"/>
            <pc:sldLayoutMk cId="1526226335" sldId="2147484040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15.349" v="342"/>
          <pc:sldLayoutMkLst>
            <pc:docMk/>
            <pc:sldMasterMk cId="3883989077" sldId="2147484039"/>
            <pc:sldLayoutMk cId="1894087716" sldId="2147484041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15.349" v="342"/>
          <pc:sldLayoutMkLst>
            <pc:docMk/>
            <pc:sldMasterMk cId="3883989077" sldId="2147484039"/>
            <pc:sldLayoutMk cId="1721305990" sldId="2147484042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15.349" v="342"/>
          <pc:sldLayoutMkLst>
            <pc:docMk/>
            <pc:sldMasterMk cId="3883989077" sldId="2147484039"/>
            <pc:sldLayoutMk cId="4183556161" sldId="2147484043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15.349" v="342"/>
          <pc:sldLayoutMkLst>
            <pc:docMk/>
            <pc:sldMasterMk cId="3883989077" sldId="2147484039"/>
            <pc:sldLayoutMk cId="4044834283" sldId="2147484044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15.349" v="342"/>
          <pc:sldLayoutMkLst>
            <pc:docMk/>
            <pc:sldMasterMk cId="3883989077" sldId="2147484039"/>
            <pc:sldLayoutMk cId="1971718960" sldId="2147484045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15.349" v="342"/>
          <pc:sldLayoutMkLst>
            <pc:docMk/>
            <pc:sldMasterMk cId="3883989077" sldId="2147484039"/>
            <pc:sldLayoutMk cId="713680910" sldId="2147484046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15.349" v="342"/>
          <pc:sldLayoutMkLst>
            <pc:docMk/>
            <pc:sldMasterMk cId="3883989077" sldId="2147484039"/>
            <pc:sldLayoutMk cId="2115615940" sldId="2147484047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15.349" v="342"/>
          <pc:sldLayoutMkLst>
            <pc:docMk/>
            <pc:sldMasterMk cId="3883989077" sldId="2147484039"/>
            <pc:sldLayoutMk cId="1540889584" sldId="2147484048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15.349" v="342"/>
          <pc:sldLayoutMkLst>
            <pc:docMk/>
            <pc:sldMasterMk cId="3883989077" sldId="2147484039"/>
            <pc:sldLayoutMk cId="1372754878" sldId="2147484049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15.349" v="342"/>
          <pc:sldLayoutMkLst>
            <pc:docMk/>
            <pc:sldMasterMk cId="3883989077" sldId="2147484039"/>
            <pc:sldLayoutMk cId="1729621393" sldId="2147484050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15.349" v="342"/>
          <pc:sldLayoutMkLst>
            <pc:docMk/>
            <pc:sldMasterMk cId="3883989077" sldId="2147484039"/>
            <pc:sldLayoutMk cId="2417802894" sldId="2147484051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15.349" v="342"/>
          <pc:sldLayoutMkLst>
            <pc:docMk/>
            <pc:sldMasterMk cId="3883989077" sldId="2147484039"/>
            <pc:sldLayoutMk cId="3968263057" sldId="2147484052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15.349" v="342"/>
          <pc:sldLayoutMkLst>
            <pc:docMk/>
            <pc:sldMasterMk cId="3883989077" sldId="2147484039"/>
            <pc:sldLayoutMk cId="321338425" sldId="2147484053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15.349" v="342"/>
          <pc:sldLayoutMkLst>
            <pc:docMk/>
            <pc:sldMasterMk cId="3883989077" sldId="2147484039"/>
            <pc:sldLayoutMk cId="817196365" sldId="2147484054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15.349" v="342"/>
          <pc:sldLayoutMkLst>
            <pc:docMk/>
            <pc:sldMasterMk cId="3883989077" sldId="2147484039"/>
            <pc:sldLayoutMk cId="2649546337" sldId="2147484055"/>
          </pc:sldLayoutMkLst>
        </pc:sldLayoutChg>
      </pc:sldMasterChg>
      <pc:sldMasterChg chg="add del addSldLayout delSldLayout modSldLayout">
        <pc:chgData name="Jing Shen" userId="S::shenj24@myunitec.ac.nz::0c1ce1f6-b515-4548-bff3-06f77e120666" providerId="AD" clId="Web-{65BE00E8-39E9-43BC-6334-8CF09FB65AAB}" dt="2025-06-16T10:58:25.521" v="343"/>
        <pc:sldMasterMkLst>
          <pc:docMk/>
          <pc:sldMasterMk cId="3075048131" sldId="2147484056"/>
        </pc:sldMasterMkLst>
        <pc:sldLayoutChg chg="add del mod replId">
          <pc:chgData name="Jing Shen" userId="S::shenj24@myunitec.ac.nz::0c1ce1f6-b515-4548-bff3-06f77e120666" providerId="AD" clId="Web-{65BE00E8-39E9-43BC-6334-8CF09FB65AAB}" dt="2025-06-16T10:58:25.521" v="343"/>
          <pc:sldLayoutMkLst>
            <pc:docMk/>
            <pc:sldMasterMk cId="3075048131" sldId="2147484056"/>
            <pc:sldLayoutMk cId="1959651028" sldId="2147484057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25.521" v="343"/>
          <pc:sldLayoutMkLst>
            <pc:docMk/>
            <pc:sldMasterMk cId="3075048131" sldId="2147484056"/>
            <pc:sldLayoutMk cId="681154565" sldId="2147484058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25.521" v="343"/>
          <pc:sldLayoutMkLst>
            <pc:docMk/>
            <pc:sldMasterMk cId="3075048131" sldId="2147484056"/>
            <pc:sldLayoutMk cId="1231603521" sldId="2147484059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25.521" v="343"/>
          <pc:sldLayoutMkLst>
            <pc:docMk/>
            <pc:sldMasterMk cId="3075048131" sldId="2147484056"/>
            <pc:sldLayoutMk cId="1744538169" sldId="2147484060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25.521" v="343"/>
          <pc:sldLayoutMkLst>
            <pc:docMk/>
            <pc:sldMasterMk cId="3075048131" sldId="2147484056"/>
            <pc:sldLayoutMk cId="4023604527" sldId="2147484061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25.521" v="343"/>
          <pc:sldLayoutMkLst>
            <pc:docMk/>
            <pc:sldMasterMk cId="3075048131" sldId="2147484056"/>
            <pc:sldLayoutMk cId="801128216" sldId="2147484062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25.521" v="343"/>
          <pc:sldLayoutMkLst>
            <pc:docMk/>
            <pc:sldMasterMk cId="3075048131" sldId="2147484056"/>
            <pc:sldLayoutMk cId="2062977695" sldId="2147484063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25.521" v="343"/>
          <pc:sldLayoutMkLst>
            <pc:docMk/>
            <pc:sldMasterMk cId="3075048131" sldId="2147484056"/>
            <pc:sldLayoutMk cId="862737307" sldId="2147484064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25.521" v="343"/>
          <pc:sldLayoutMkLst>
            <pc:docMk/>
            <pc:sldMasterMk cId="3075048131" sldId="2147484056"/>
            <pc:sldLayoutMk cId="486498472" sldId="2147484065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25.521" v="343"/>
          <pc:sldLayoutMkLst>
            <pc:docMk/>
            <pc:sldMasterMk cId="3075048131" sldId="2147484056"/>
            <pc:sldLayoutMk cId="3645863427" sldId="2147484066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25.521" v="343"/>
          <pc:sldLayoutMkLst>
            <pc:docMk/>
            <pc:sldMasterMk cId="3075048131" sldId="2147484056"/>
            <pc:sldLayoutMk cId="192685549" sldId="2147484067"/>
          </pc:sldLayoutMkLst>
        </pc:sldLayoutChg>
      </pc:sldMasterChg>
      <pc:sldMasterChg chg="add del addSldLayout delSldLayout modSldLayout">
        <pc:chgData name="Jing Shen" userId="S::shenj24@myunitec.ac.nz::0c1ce1f6-b515-4548-bff3-06f77e120666" providerId="AD" clId="Web-{65BE00E8-39E9-43BC-6334-8CF09FB65AAB}" dt="2025-06-16T10:58:28.334" v="344"/>
        <pc:sldMasterMkLst>
          <pc:docMk/>
          <pc:sldMasterMk cId="4061015916" sldId="2147484068"/>
        </pc:sldMasterMkLst>
        <pc:sldLayoutChg chg="add del mod replId">
          <pc:chgData name="Jing Shen" userId="S::shenj24@myunitec.ac.nz::0c1ce1f6-b515-4548-bff3-06f77e120666" providerId="AD" clId="Web-{65BE00E8-39E9-43BC-6334-8CF09FB65AAB}" dt="2025-06-16T10:58:28.334" v="344"/>
          <pc:sldLayoutMkLst>
            <pc:docMk/>
            <pc:sldMasterMk cId="4061015916" sldId="2147484068"/>
            <pc:sldLayoutMk cId="243001122" sldId="2147484069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28.334" v="344"/>
          <pc:sldLayoutMkLst>
            <pc:docMk/>
            <pc:sldMasterMk cId="4061015916" sldId="2147484068"/>
            <pc:sldLayoutMk cId="3242967380" sldId="2147484070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28.334" v="344"/>
          <pc:sldLayoutMkLst>
            <pc:docMk/>
            <pc:sldMasterMk cId="4061015916" sldId="2147484068"/>
            <pc:sldLayoutMk cId="2124002239" sldId="2147484071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28.334" v="344"/>
          <pc:sldLayoutMkLst>
            <pc:docMk/>
            <pc:sldMasterMk cId="4061015916" sldId="2147484068"/>
            <pc:sldLayoutMk cId="68208291" sldId="2147484072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28.334" v="344"/>
          <pc:sldLayoutMkLst>
            <pc:docMk/>
            <pc:sldMasterMk cId="4061015916" sldId="2147484068"/>
            <pc:sldLayoutMk cId="539065464" sldId="2147484073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28.334" v="344"/>
          <pc:sldLayoutMkLst>
            <pc:docMk/>
            <pc:sldMasterMk cId="4061015916" sldId="2147484068"/>
            <pc:sldLayoutMk cId="193734005" sldId="2147484074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28.334" v="344"/>
          <pc:sldLayoutMkLst>
            <pc:docMk/>
            <pc:sldMasterMk cId="4061015916" sldId="2147484068"/>
            <pc:sldLayoutMk cId="1023443593" sldId="2147484075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28.334" v="344"/>
          <pc:sldLayoutMkLst>
            <pc:docMk/>
            <pc:sldMasterMk cId="4061015916" sldId="2147484068"/>
            <pc:sldLayoutMk cId="1230417426" sldId="2147484076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28.334" v="344"/>
          <pc:sldLayoutMkLst>
            <pc:docMk/>
            <pc:sldMasterMk cId="4061015916" sldId="2147484068"/>
            <pc:sldLayoutMk cId="3492245998" sldId="2147484077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28.334" v="344"/>
          <pc:sldLayoutMkLst>
            <pc:docMk/>
            <pc:sldMasterMk cId="4061015916" sldId="2147484068"/>
            <pc:sldLayoutMk cId="4173396517" sldId="2147484078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28.334" v="344"/>
          <pc:sldLayoutMkLst>
            <pc:docMk/>
            <pc:sldMasterMk cId="4061015916" sldId="2147484068"/>
            <pc:sldLayoutMk cId="3309116405" sldId="2147484079"/>
          </pc:sldLayoutMkLst>
        </pc:sldLayoutChg>
      </pc:sldMasterChg>
      <pc:sldMasterChg chg="add del addSldLayout delSldLayout modSldLayout">
        <pc:chgData name="Jing Shen" userId="S::shenj24@myunitec.ac.nz::0c1ce1f6-b515-4548-bff3-06f77e120666" providerId="AD" clId="Web-{65BE00E8-39E9-43BC-6334-8CF09FB65AAB}" dt="2025-06-16T10:58:37.662" v="345"/>
        <pc:sldMasterMkLst>
          <pc:docMk/>
          <pc:sldMasterMk cId="341179759" sldId="2147484080"/>
        </pc:sldMasterMkLst>
        <pc:sldLayoutChg chg="add del mod replId">
          <pc:chgData name="Jing Shen" userId="S::shenj24@myunitec.ac.nz::0c1ce1f6-b515-4548-bff3-06f77e120666" providerId="AD" clId="Web-{65BE00E8-39E9-43BC-6334-8CF09FB65AAB}" dt="2025-06-16T10:58:37.662" v="345"/>
          <pc:sldLayoutMkLst>
            <pc:docMk/>
            <pc:sldMasterMk cId="341179759" sldId="2147484080"/>
            <pc:sldLayoutMk cId="786517985" sldId="2147484081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37.662" v="345"/>
          <pc:sldLayoutMkLst>
            <pc:docMk/>
            <pc:sldMasterMk cId="341179759" sldId="2147484080"/>
            <pc:sldLayoutMk cId="355393320" sldId="2147484082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37.662" v="345"/>
          <pc:sldLayoutMkLst>
            <pc:docMk/>
            <pc:sldMasterMk cId="341179759" sldId="2147484080"/>
            <pc:sldLayoutMk cId="195426426" sldId="2147484083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37.662" v="345"/>
          <pc:sldLayoutMkLst>
            <pc:docMk/>
            <pc:sldMasterMk cId="341179759" sldId="2147484080"/>
            <pc:sldLayoutMk cId="4196199802" sldId="2147484084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37.662" v="345"/>
          <pc:sldLayoutMkLst>
            <pc:docMk/>
            <pc:sldMasterMk cId="341179759" sldId="2147484080"/>
            <pc:sldLayoutMk cId="2431008588" sldId="2147484085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37.662" v="345"/>
          <pc:sldLayoutMkLst>
            <pc:docMk/>
            <pc:sldMasterMk cId="341179759" sldId="2147484080"/>
            <pc:sldLayoutMk cId="3271648477" sldId="2147484086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37.662" v="345"/>
          <pc:sldLayoutMkLst>
            <pc:docMk/>
            <pc:sldMasterMk cId="341179759" sldId="2147484080"/>
            <pc:sldLayoutMk cId="1790887998" sldId="2147484087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37.662" v="345"/>
          <pc:sldLayoutMkLst>
            <pc:docMk/>
            <pc:sldMasterMk cId="341179759" sldId="2147484080"/>
            <pc:sldLayoutMk cId="1515376950" sldId="2147484088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37.662" v="345"/>
          <pc:sldLayoutMkLst>
            <pc:docMk/>
            <pc:sldMasterMk cId="341179759" sldId="2147484080"/>
            <pc:sldLayoutMk cId="1047666929" sldId="2147484089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37.662" v="345"/>
          <pc:sldLayoutMkLst>
            <pc:docMk/>
            <pc:sldMasterMk cId="341179759" sldId="2147484080"/>
            <pc:sldLayoutMk cId="1166224614" sldId="2147484090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37.662" v="345"/>
          <pc:sldLayoutMkLst>
            <pc:docMk/>
            <pc:sldMasterMk cId="341179759" sldId="2147484080"/>
            <pc:sldLayoutMk cId="3924269306" sldId="2147484091"/>
          </pc:sldLayoutMkLst>
        </pc:sldLayoutChg>
      </pc:sldMasterChg>
      <pc:sldMasterChg chg="add del addSldLayout delSldLayout modSldLayout">
        <pc:chgData name="Jing Shen" userId="S::shenj24@myunitec.ac.nz::0c1ce1f6-b515-4548-bff3-06f77e120666" providerId="AD" clId="Web-{65BE00E8-39E9-43BC-6334-8CF09FB65AAB}" dt="2025-06-16T10:58:44.538" v="346"/>
        <pc:sldMasterMkLst>
          <pc:docMk/>
          <pc:sldMasterMk cId="961263049" sldId="2147484092"/>
        </pc:sldMasterMkLst>
        <pc:sldLayoutChg chg="add del mod replId">
          <pc:chgData name="Jing Shen" userId="S::shenj24@myunitec.ac.nz::0c1ce1f6-b515-4548-bff3-06f77e120666" providerId="AD" clId="Web-{65BE00E8-39E9-43BC-6334-8CF09FB65AAB}" dt="2025-06-16T10:58:44.538" v="346"/>
          <pc:sldLayoutMkLst>
            <pc:docMk/>
            <pc:sldMasterMk cId="961263049" sldId="2147484092"/>
            <pc:sldLayoutMk cId="637228022" sldId="2147484093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44.538" v="346"/>
          <pc:sldLayoutMkLst>
            <pc:docMk/>
            <pc:sldMasterMk cId="961263049" sldId="2147484092"/>
            <pc:sldLayoutMk cId="3963537415" sldId="2147484094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44.538" v="346"/>
          <pc:sldLayoutMkLst>
            <pc:docMk/>
            <pc:sldMasterMk cId="961263049" sldId="2147484092"/>
            <pc:sldLayoutMk cId="1802249722" sldId="2147484095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44.538" v="346"/>
          <pc:sldLayoutMkLst>
            <pc:docMk/>
            <pc:sldMasterMk cId="961263049" sldId="2147484092"/>
            <pc:sldLayoutMk cId="4204048005" sldId="2147484096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44.538" v="346"/>
          <pc:sldLayoutMkLst>
            <pc:docMk/>
            <pc:sldMasterMk cId="961263049" sldId="2147484092"/>
            <pc:sldLayoutMk cId="2953924407" sldId="2147484097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44.538" v="346"/>
          <pc:sldLayoutMkLst>
            <pc:docMk/>
            <pc:sldMasterMk cId="961263049" sldId="2147484092"/>
            <pc:sldLayoutMk cId="1048742735" sldId="2147484098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44.538" v="346"/>
          <pc:sldLayoutMkLst>
            <pc:docMk/>
            <pc:sldMasterMk cId="961263049" sldId="2147484092"/>
            <pc:sldLayoutMk cId="1507278868" sldId="2147484099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44.538" v="346"/>
          <pc:sldLayoutMkLst>
            <pc:docMk/>
            <pc:sldMasterMk cId="961263049" sldId="2147484092"/>
            <pc:sldLayoutMk cId="1823888217" sldId="2147484100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44.538" v="346"/>
          <pc:sldLayoutMkLst>
            <pc:docMk/>
            <pc:sldMasterMk cId="961263049" sldId="2147484092"/>
            <pc:sldLayoutMk cId="3649440354" sldId="2147484101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44.538" v="346"/>
          <pc:sldLayoutMkLst>
            <pc:docMk/>
            <pc:sldMasterMk cId="961263049" sldId="2147484092"/>
            <pc:sldLayoutMk cId="779093558" sldId="2147484102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8:44.538" v="346"/>
          <pc:sldLayoutMkLst>
            <pc:docMk/>
            <pc:sldMasterMk cId="961263049" sldId="2147484092"/>
            <pc:sldLayoutMk cId="377068120" sldId="2147484103"/>
          </pc:sldLayoutMkLst>
        </pc:sldLayoutChg>
      </pc:sldMasterChg>
      <pc:sldMasterChg chg="add del addSldLayout delSldLayout modSldLayout">
        <pc:chgData name="Jing Shen" userId="S::shenj24@myunitec.ac.nz::0c1ce1f6-b515-4548-bff3-06f77e120666" providerId="AD" clId="Web-{65BE00E8-39E9-43BC-6334-8CF09FB65AAB}" dt="2025-06-16T10:59:01.944" v="347"/>
        <pc:sldMasterMkLst>
          <pc:docMk/>
          <pc:sldMasterMk cId="2865011034" sldId="2147484104"/>
        </pc:sldMasterMkLst>
        <pc:sldLayoutChg chg="add del mod replId">
          <pc:chgData name="Jing Shen" userId="S::shenj24@myunitec.ac.nz::0c1ce1f6-b515-4548-bff3-06f77e120666" providerId="AD" clId="Web-{65BE00E8-39E9-43BC-6334-8CF09FB65AAB}" dt="2025-06-16T10:59:01.944" v="347"/>
          <pc:sldLayoutMkLst>
            <pc:docMk/>
            <pc:sldMasterMk cId="2865011034" sldId="2147484104"/>
            <pc:sldLayoutMk cId="2378423603" sldId="2147484105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01.944" v="347"/>
          <pc:sldLayoutMkLst>
            <pc:docMk/>
            <pc:sldMasterMk cId="2865011034" sldId="2147484104"/>
            <pc:sldLayoutMk cId="2273786238" sldId="2147484106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01.944" v="347"/>
          <pc:sldLayoutMkLst>
            <pc:docMk/>
            <pc:sldMasterMk cId="2865011034" sldId="2147484104"/>
            <pc:sldLayoutMk cId="3803322076" sldId="2147484107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01.944" v="347"/>
          <pc:sldLayoutMkLst>
            <pc:docMk/>
            <pc:sldMasterMk cId="2865011034" sldId="2147484104"/>
            <pc:sldLayoutMk cId="3296972848" sldId="2147484108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01.944" v="347"/>
          <pc:sldLayoutMkLst>
            <pc:docMk/>
            <pc:sldMasterMk cId="2865011034" sldId="2147484104"/>
            <pc:sldLayoutMk cId="34656931" sldId="2147484109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01.944" v="347"/>
          <pc:sldLayoutMkLst>
            <pc:docMk/>
            <pc:sldMasterMk cId="2865011034" sldId="2147484104"/>
            <pc:sldLayoutMk cId="2466201146" sldId="2147484110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01.944" v="347"/>
          <pc:sldLayoutMkLst>
            <pc:docMk/>
            <pc:sldMasterMk cId="2865011034" sldId="2147484104"/>
            <pc:sldLayoutMk cId="3488385219" sldId="2147484111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01.944" v="347"/>
          <pc:sldLayoutMkLst>
            <pc:docMk/>
            <pc:sldMasterMk cId="2865011034" sldId="2147484104"/>
            <pc:sldLayoutMk cId="3748398552" sldId="2147484112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01.944" v="347"/>
          <pc:sldLayoutMkLst>
            <pc:docMk/>
            <pc:sldMasterMk cId="2865011034" sldId="2147484104"/>
            <pc:sldLayoutMk cId="2030003827" sldId="2147484113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01.944" v="347"/>
          <pc:sldLayoutMkLst>
            <pc:docMk/>
            <pc:sldMasterMk cId="2865011034" sldId="2147484104"/>
            <pc:sldLayoutMk cId="2884174097" sldId="2147484114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01.944" v="347"/>
          <pc:sldLayoutMkLst>
            <pc:docMk/>
            <pc:sldMasterMk cId="2865011034" sldId="2147484104"/>
            <pc:sldLayoutMk cId="958853333" sldId="2147484115"/>
          </pc:sldLayoutMkLst>
        </pc:sldLayoutChg>
      </pc:sldMasterChg>
      <pc:sldMasterChg chg="add del addSldLayout delSldLayout modSldLayout">
        <pc:chgData name="Jing Shen" userId="S::shenj24@myunitec.ac.nz::0c1ce1f6-b515-4548-bff3-06f77e120666" providerId="AD" clId="Web-{65BE00E8-39E9-43BC-6334-8CF09FB65AAB}" dt="2025-06-16T10:59:12.023" v="348"/>
        <pc:sldMasterMkLst>
          <pc:docMk/>
          <pc:sldMasterMk cId="418321133" sldId="2147484116"/>
        </pc:sldMasterMkLst>
        <pc:sldLayoutChg chg="add del mod replId">
          <pc:chgData name="Jing Shen" userId="S::shenj24@myunitec.ac.nz::0c1ce1f6-b515-4548-bff3-06f77e120666" providerId="AD" clId="Web-{65BE00E8-39E9-43BC-6334-8CF09FB65AAB}" dt="2025-06-16T10:59:12.023" v="348"/>
          <pc:sldLayoutMkLst>
            <pc:docMk/>
            <pc:sldMasterMk cId="418321133" sldId="2147484116"/>
            <pc:sldLayoutMk cId="681048963" sldId="2147484117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12.023" v="348"/>
          <pc:sldLayoutMkLst>
            <pc:docMk/>
            <pc:sldMasterMk cId="418321133" sldId="2147484116"/>
            <pc:sldLayoutMk cId="1382946002" sldId="2147484118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12.023" v="348"/>
          <pc:sldLayoutMkLst>
            <pc:docMk/>
            <pc:sldMasterMk cId="418321133" sldId="2147484116"/>
            <pc:sldLayoutMk cId="2289155390" sldId="2147484119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12.023" v="348"/>
          <pc:sldLayoutMkLst>
            <pc:docMk/>
            <pc:sldMasterMk cId="418321133" sldId="2147484116"/>
            <pc:sldLayoutMk cId="1452302823" sldId="2147484120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12.023" v="348"/>
          <pc:sldLayoutMkLst>
            <pc:docMk/>
            <pc:sldMasterMk cId="418321133" sldId="2147484116"/>
            <pc:sldLayoutMk cId="555258395" sldId="2147484121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12.023" v="348"/>
          <pc:sldLayoutMkLst>
            <pc:docMk/>
            <pc:sldMasterMk cId="418321133" sldId="2147484116"/>
            <pc:sldLayoutMk cId="1450421817" sldId="2147484122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12.023" v="348"/>
          <pc:sldLayoutMkLst>
            <pc:docMk/>
            <pc:sldMasterMk cId="418321133" sldId="2147484116"/>
            <pc:sldLayoutMk cId="2252759346" sldId="2147484123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12.023" v="348"/>
          <pc:sldLayoutMkLst>
            <pc:docMk/>
            <pc:sldMasterMk cId="418321133" sldId="2147484116"/>
            <pc:sldLayoutMk cId="286502560" sldId="2147484124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12.023" v="348"/>
          <pc:sldLayoutMkLst>
            <pc:docMk/>
            <pc:sldMasterMk cId="418321133" sldId="2147484116"/>
            <pc:sldLayoutMk cId="1849176677" sldId="2147484125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12.023" v="348"/>
          <pc:sldLayoutMkLst>
            <pc:docMk/>
            <pc:sldMasterMk cId="418321133" sldId="2147484116"/>
            <pc:sldLayoutMk cId="144519256" sldId="2147484126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12.023" v="348"/>
          <pc:sldLayoutMkLst>
            <pc:docMk/>
            <pc:sldMasterMk cId="418321133" sldId="2147484116"/>
            <pc:sldLayoutMk cId="1607615093" sldId="2147484127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12.023" v="348"/>
          <pc:sldLayoutMkLst>
            <pc:docMk/>
            <pc:sldMasterMk cId="418321133" sldId="2147484116"/>
            <pc:sldLayoutMk cId="3062772951" sldId="2147484128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12.023" v="348"/>
          <pc:sldLayoutMkLst>
            <pc:docMk/>
            <pc:sldMasterMk cId="418321133" sldId="2147484116"/>
            <pc:sldLayoutMk cId="2803663200" sldId="2147484129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12.023" v="348"/>
          <pc:sldLayoutMkLst>
            <pc:docMk/>
            <pc:sldMasterMk cId="418321133" sldId="2147484116"/>
            <pc:sldLayoutMk cId="487408314" sldId="2147484130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12.023" v="348"/>
          <pc:sldLayoutMkLst>
            <pc:docMk/>
            <pc:sldMasterMk cId="418321133" sldId="2147484116"/>
            <pc:sldLayoutMk cId="1351818938" sldId="2147484131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12.023" v="348"/>
          <pc:sldLayoutMkLst>
            <pc:docMk/>
            <pc:sldMasterMk cId="418321133" sldId="2147484116"/>
            <pc:sldLayoutMk cId="6022336" sldId="2147484132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12.023" v="348"/>
          <pc:sldLayoutMkLst>
            <pc:docMk/>
            <pc:sldMasterMk cId="418321133" sldId="2147484116"/>
            <pc:sldLayoutMk cId="2263967299" sldId="2147484133"/>
          </pc:sldLayoutMkLst>
        </pc:sldLayoutChg>
      </pc:sldMasterChg>
      <pc:sldMasterChg chg="add del addSldLayout delSldLayout modSldLayout">
        <pc:chgData name="Jing Shen" userId="S::shenj24@myunitec.ac.nz::0c1ce1f6-b515-4548-bff3-06f77e120666" providerId="AD" clId="Web-{65BE00E8-39E9-43BC-6334-8CF09FB65AAB}" dt="2025-06-16T10:59:18.492" v="349"/>
        <pc:sldMasterMkLst>
          <pc:docMk/>
          <pc:sldMasterMk cId="2845477830" sldId="2147484134"/>
        </pc:sldMasterMkLst>
        <pc:sldLayoutChg chg="add del mod replId">
          <pc:chgData name="Jing Shen" userId="S::shenj24@myunitec.ac.nz::0c1ce1f6-b515-4548-bff3-06f77e120666" providerId="AD" clId="Web-{65BE00E8-39E9-43BC-6334-8CF09FB65AAB}" dt="2025-06-16T10:59:18.492" v="349"/>
          <pc:sldLayoutMkLst>
            <pc:docMk/>
            <pc:sldMasterMk cId="2845477830" sldId="2147484134"/>
            <pc:sldLayoutMk cId="1818745650" sldId="2147484135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18.492" v="349"/>
          <pc:sldLayoutMkLst>
            <pc:docMk/>
            <pc:sldMasterMk cId="2845477830" sldId="2147484134"/>
            <pc:sldLayoutMk cId="4148027526" sldId="2147484136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18.492" v="349"/>
          <pc:sldLayoutMkLst>
            <pc:docMk/>
            <pc:sldMasterMk cId="2845477830" sldId="2147484134"/>
            <pc:sldLayoutMk cId="1367776979" sldId="2147484137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18.492" v="349"/>
          <pc:sldLayoutMkLst>
            <pc:docMk/>
            <pc:sldMasterMk cId="2845477830" sldId="2147484134"/>
            <pc:sldLayoutMk cId="268217960" sldId="2147484138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18.492" v="349"/>
          <pc:sldLayoutMkLst>
            <pc:docMk/>
            <pc:sldMasterMk cId="2845477830" sldId="2147484134"/>
            <pc:sldLayoutMk cId="1797280461" sldId="2147484139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18.492" v="349"/>
          <pc:sldLayoutMkLst>
            <pc:docMk/>
            <pc:sldMasterMk cId="2845477830" sldId="2147484134"/>
            <pc:sldLayoutMk cId="105719088" sldId="2147484140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18.492" v="349"/>
          <pc:sldLayoutMkLst>
            <pc:docMk/>
            <pc:sldMasterMk cId="2845477830" sldId="2147484134"/>
            <pc:sldLayoutMk cId="1246475017" sldId="2147484141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18.492" v="349"/>
          <pc:sldLayoutMkLst>
            <pc:docMk/>
            <pc:sldMasterMk cId="2845477830" sldId="2147484134"/>
            <pc:sldLayoutMk cId="3604696504" sldId="2147484142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18.492" v="349"/>
          <pc:sldLayoutMkLst>
            <pc:docMk/>
            <pc:sldMasterMk cId="2845477830" sldId="2147484134"/>
            <pc:sldLayoutMk cId="2340196653" sldId="2147484143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18.492" v="349"/>
          <pc:sldLayoutMkLst>
            <pc:docMk/>
            <pc:sldMasterMk cId="2845477830" sldId="2147484134"/>
            <pc:sldLayoutMk cId="3084158722" sldId="2147484144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18.492" v="349"/>
          <pc:sldLayoutMkLst>
            <pc:docMk/>
            <pc:sldMasterMk cId="2845477830" sldId="2147484134"/>
            <pc:sldLayoutMk cId="3394037907" sldId="2147484145"/>
          </pc:sldLayoutMkLst>
        </pc:sldLayoutChg>
      </pc:sldMasterChg>
      <pc:sldMasterChg chg="add del addSldLayout delSldLayout modSldLayout">
        <pc:chgData name="Jing Shen" userId="S::shenj24@myunitec.ac.nz::0c1ce1f6-b515-4548-bff3-06f77e120666" providerId="AD" clId="Web-{65BE00E8-39E9-43BC-6334-8CF09FB65AAB}" dt="2025-06-16T10:59:26.508" v="350"/>
        <pc:sldMasterMkLst>
          <pc:docMk/>
          <pc:sldMasterMk cId="2821424754" sldId="2147484146"/>
        </pc:sldMasterMkLst>
        <pc:sldLayoutChg chg="add del mod replId">
          <pc:chgData name="Jing Shen" userId="S::shenj24@myunitec.ac.nz::0c1ce1f6-b515-4548-bff3-06f77e120666" providerId="AD" clId="Web-{65BE00E8-39E9-43BC-6334-8CF09FB65AAB}" dt="2025-06-16T10:59:26.508" v="350"/>
          <pc:sldLayoutMkLst>
            <pc:docMk/>
            <pc:sldMasterMk cId="2821424754" sldId="2147484146"/>
            <pc:sldLayoutMk cId="4189019194" sldId="2147484147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26.508" v="350"/>
          <pc:sldLayoutMkLst>
            <pc:docMk/>
            <pc:sldMasterMk cId="2821424754" sldId="2147484146"/>
            <pc:sldLayoutMk cId="2020793438" sldId="2147484148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26.508" v="350"/>
          <pc:sldLayoutMkLst>
            <pc:docMk/>
            <pc:sldMasterMk cId="2821424754" sldId="2147484146"/>
            <pc:sldLayoutMk cId="3063855931" sldId="2147484149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26.508" v="350"/>
          <pc:sldLayoutMkLst>
            <pc:docMk/>
            <pc:sldMasterMk cId="2821424754" sldId="2147484146"/>
            <pc:sldLayoutMk cId="774593197" sldId="2147484150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26.508" v="350"/>
          <pc:sldLayoutMkLst>
            <pc:docMk/>
            <pc:sldMasterMk cId="2821424754" sldId="2147484146"/>
            <pc:sldLayoutMk cId="1062606015" sldId="2147484151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26.508" v="350"/>
          <pc:sldLayoutMkLst>
            <pc:docMk/>
            <pc:sldMasterMk cId="2821424754" sldId="2147484146"/>
            <pc:sldLayoutMk cId="2627306704" sldId="2147484152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26.508" v="350"/>
          <pc:sldLayoutMkLst>
            <pc:docMk/>
            <pc:sldMasterMk cId="2821424754" sldId="2147484146"/>
            <pc:sldLayoutMk cId="1248947894" sldId="2147484153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26.508" v="350"/>
          <pc:sldLayoutMkLst>
            <pc:docMk/>
            <pc:sldMasterMk cId="2821424754" sldId="2147484146"/>
            <pc:sldLayoutMk cId="617943685" sldId="2147484154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26.508" v="350"/>
          <pc:sldLayoutMkLst>
            <pc:docMk/>
            <pc:sldMasterMk cId="2821424754" sldId="2147484146"/>
            <pc:sldLayoutMk cId="1283769087" sldId="2147484155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26.508" v="350"/>
          <pc:sldLayoutMkLst>
            <pc:docMk/>
            <pc:sldMasterMk cId="2821424754" sldId="2147484146"/>
            <pc:sldLayoutMk cId="3893542092" sldId="2147484156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26.508" v="350"/>
          <pc:sldLayoutMkLst>
            <pc:docMk/>
            <pc:sldMasterMk cId="2821424754" sldId="2147484146"/>
            <pc:sldLayoutMk cId="1459164497" sldId="2147484157"/>
          </pc:sldLayoutMkLst>
        </pc:sldLayoutChg>
      </pc:sldMasterChg>
      <pc:sldMasterChg chg="add del addSldLayout delSldLayout modSldLayout">
        <pc:chgData name="Jing Shen" userId="S::shenj24@myunitec.ac.nz::0c1ce1f6-b515-4548-bff3-06f77e120666" providerId="AD" clId="Web-{65BE00E8-39E9-43BC-6334-8CF09FB65AAB}" dt="2025-06-16T10:59:29.164" v="351"/>
        <pc:sldMasterMkLst>
          <pc:docMk/>
          <pc:sldMasterMk cId="70933872" sldId="2147484158"/>
        </pc:sldMasterMkLst>
        <pc:sldLayoutChg chg="add del mod replId">
          <pc:chgData name="Jing Shen" userId="S::shenj24@myunitec.ac.nz::0c1ce1f6-b515-4548-bff3-06f77e120666" providerId="AD" clId="Web-{65BE00E8-39E9-43BC-6334-8CF09FB65AAB}" dt="2025-06-16T10:59:29.164" v="351"/>
          <pc:sldLayoutMkLst>
            <pc:docMk/>
            <pc:sldMasterMk cId="70933872" sldId="2147484158"/>
            <pc:sldLayoutMk cId="4188046240" sldId="2147484159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29.164" v="351"/>
          <pc:sldLayoutMkLst>
            <pc:docMk/>
            <pc:sldMasterMk cId="70933872" sldId="2147484158"/>
            <pc:sldLayoutMk cId="751668393" sldId="2147484160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29.164" v="351"/>
          <pc:sldLayoutMkLst>
            <pc:docMk/>
            <pc:sldMasterMk cId="70933872" sldId="2147484158"/>
            <pc:sldLayoutMk cId="3932639680" sldId="2147484161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29.164" v="351"/>
          <pc:sldLayoutMkLst>
            <pc:docMk/>
            <pc:sldMasterMk cId="70933872" sldId="2147484158"/>
            <pc:sldLayoutMk cId="2453555164" sldId="2147484162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29.164" v="351"/>
          <pc:sldLayoutMkLst>
            <pc:docMk/>
            <pc:sldMasterMk cId="70933872" sldId="2147484158"/>
            <pc:sldLayoutMk cId="1293962583" sldId="2147484163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29.164" v="351"/>
          <pc:sldLayoutMkLst>
            <pc:docMk/>
            <pc:sldMasterMk cId="70933872" sldId="2147484158"/>
            <pc:sldLayoutMk cId="4183608850" sldId="2147484164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29.164" v="351"/>
          <pc:sldLayoutMkLst>
            <pc:docMk/>
            <pc:sldMasterMk cId="70933872" sldId="2147484158"/>
            <pc:sldLayoutMk cId="3482161414" sldId="2147484165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29.164" v="351"/>
          <pc:sldLayoutMkLst>
            <pc:docMk/>
            <pc:sldMasterMk cId="70933872" sldId="2147484158"/>
            <pc:sldLayoutMk cId="1721139858" sldId="2147484166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29.164" v="351"/>
          <pc:sldLayoutMkLst>
            <pc:docMk/>
            <pc:sldMasterMk cId="70933872" sldId="2147484158"/>
            <pc:sldLayoutMk cId="2648562381" sldId="2147484167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29.164" v="351"/>
          <pc:sldLayoutMkLst>
            <pc:docMk/>
            <pc:sldMasterMk cId="70933872" sldId="2147484158"/>
            <pc:sldLayoutMk cId="1453253522" sldId="2147484168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29.164" v="351"/>
          <pc:sldLayoutMkLst>
            <pc:docMk/>
            <pc:sldMasterMk cId="70933872" sldId="2147484158"/>
            <pc:sldLayoutMk cId="3155392211" sldId="2147484169"/>
          </pc:sldLayoutMkLst>
        </pc:sldLayoutChg>
      </pc:sldMasterChg>
      <pc:sldMasterChg chg="add del addSldLayout delSldLayout modSldLayout">
        <pc:chgData name="Jing Shen" userId="S::shenj24@myunitec.ac.nz::0c1ce1f6-b515-4548-bff3-06f77e120666" providerId="AD" clId="Web-{65BE00E8-39E9-43BC-6334-8CF09FB65AAB}" dt="2025-06-16T10:59:41.321" v="352"/>
        <pc:sldMasterMkLst>
          <pc:docMk/>
          <pc:sldMasterMk cId="2699286975" sldId="2147484170"/>
        </pc:sldMasterMkLst>
        <pc:sldLayoutChg chg="add del mod replId">
          <pc:chgData name="Jing Shen" userId="S::shenj24@myunitec.ac.nz::0c1ce1f6-b515-4548-bff3-06f77e120666" providerId="AD" clId="Web-{65BE00E8-39E9-43BC-6334-8CF09FB65AAB}" dt="2025-06-16T10:59:41.321" v="352"/>
          <pc:sldLayoutMkLst>
            <pc:docMk/>
            <pc:sldMasterMk cId="2699286975" sldId="2147484170"/>
            <pc:sldLayoutMk cId="1228784424" sldId="2147484171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41.321" v="352"/>
          <pc:sldLayoutMkLst>
            <pc:docMk/>
            <pc:sldMasterMk cId="2699286975" sldId="2147484170"/>
            <pc:sldLayoutMk cId="2998272837" sldId="2147484172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41.321" v="352"/>
          <pc:sldLayoutMkLst>
            <pc:docMk/>
            <pc:sldMasterMk cId="2699286975" sldId="2147484170"/>
            <pc:sldLayoutMk cId="1035463037" sldId="2147484173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41.321" v="352"/>
          <pc:sldLayoutMkLst>
            <pc:docMk/>
            <pc:sldMasterMk cId="2699286975" sldId="2147484170"/>
            <pc:sldLayoutMk cId="2394480422" sldId="2147484174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41.321" v="352"/>
          <pc:sldLayoutMkLst>
            <pc:docMk/>
            <pc:sldMasterMk cId="2699286975" sldId="2147484170"/>
            <pc:sldLayoutMk cId="2960122080" sldId="2147484175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41.321" v="352"/>
          <pc:sldLayoutMkLst>
            <pc:docMk/>
            <pc:sldMasterMk cId="2699286975" sldId="2147484170"/>
            <pc:sldLayoutMk cId="95032219" sldId="2147484176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41.321" v="352"/>
          <pc:sldLayoutMkLst>
            <pc:docMk/>
            <pc:sldMasterMk cId="2699286975" sldId="2147484170"/>
            <pc:sldLayoutMk cId="4050311284" sldId="2147484177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41.321" v="352"/>
          <pc:sldLayoutMkLst>
            <pc:docMk/>
            <pc:sldMasterMk cId="2699286975" sldId="2147484170"/>
            <pc:sldLayoutMk cId="1334231158" sldId="2147484178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41.321" v="352"/>
          <pc:sldLayoutMkLst>
            <pc:docMk/>
            <pc:sldMasterMk cId="2699286975" sldId="2147484170"/>
            <pc:sldLayoutMk cId="2320279352" sldId="2147484179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41.321" v="352"/>
          <pc:sldLayoutMkLst>
            <pc:docMk/>
            <pc:sldMasterMk cId="2699286975" sldId="2147484170"/>
            <pc:sldLayoutMk cId="2445047165" sldId="2147484180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41.321" v="352"/>
          <pc:sldLayoutMkLst>
            <pc:docMk/>
            <pc:sldMasterMk cId="2699286975" sldId="2147484170"/>
            <pc:sldLayoutMk cId="1172405867" sldId="2147484181"/>
          </pc:sldLayoutMkLst>
        </pc:sldLayoutChg>
      </pc:sldMasterChg>
      <pc:sldMasterChg chg="add del addSldLayout delSldLayout modSldLayout">
        <pc:chgData name="Jing Shen" userId="S::shenj24@myunitec.ac.nz::0c1ce1f6-b515-4548-bff3-06f77e120666" providerId="AD" clId="Web-{65BE00E8-39E9-43BC-6334-8CF09FB65AAB}" dt="2025-06-16T10:59:55.478" v="353"/>
        <pc:sldMasterMkLst>
          <pc:docMk/>
          <pc:sldMasterMk cId="2149324362" sldId="2147484182"/>
        </pc:sldMasterMkLst>
        <pc:sldLayoutChg chg="add del mod replId">
          <pc:chgData name="Jing Shen" userId="S::shenj24@myunitec.ac.nz::0c1ce1f6-b515-4548-bff3-06f77e120666" providerId="AD" clId="Web-{65BE00E8-39E9-43BC-6334-8CF09FB65AAB}" dt="2025-06-16T10:59:55.478" v="353"/>
          <pc:sldLayoutMkLst>
            <pc:docMk/>
            <pc:sldMasterMk cId="2149324362" sldId="2147484182"/>
            <pc:sldLayoutMk cId="821040070" sldId="2147484183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55.478" v="353"/>
          <pc:sldLayoutMkLst>
            <pc:docMk/>
            <pc:sldMasterMk cId="2149324362" sldId="2147484182"/>
            <pc:sldLayoutMk cId="1609357133" sldId="2147484184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55.478" v="353"/>
          <pc:sldLayoutMkLst>
            <pc:docMk/>
            <pc:sldMasterMk cId="2149324362" sldId="2147484182"/>
            <pc:sldLayoutMk cId="4146959572" sldId="2147484185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55.478" v="353"/>
          <pc:sldLayoutMkLst>
            <pc:docMk/>
            <pc:sldMasterMk cId="2149324362" sldId="2147484182"/>
            <pc:sldLayoutMk cId="2029389763" sldId="2147484186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55.478" v="353"/>
          <pc:sldLayoutMkLst>
            <pc:docMk/>
            <pc:sldMasterMk cId="2149324362" sldId="2147484182"/>
            <pc:sldLayoutMk cId="1280719520" sldId="2147484187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55.478" v="353"/>
          <pc:sldLayoutMkLst>
            <pc:docMk/>
            <pc:sldMasterMk cId="2149324362" sldId="2147484182"/>
            <pc:sldLayoutMk cId="2433011374" sldId="2147484188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55.478" v="353"/>
          <pc:sldLayoutMkLst>
            <pc:docMk/>
            <pc:sldMasterMk cId="2149324362" sldId="2147484182"/>
            <pc:sldLayoutMk cId="2838423370" sldId="2147484189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55.478" v="353"/>
          <pc:sldLayoutMkLst>
            <pc:docMk/>
            <pc:sldMasterMk cId="2149324362" sldId="2147484182"/>
            <pc:sldLayoutMk cId="2114823847" sldId="2147484190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55.478" v="353"/>
          <pc:sldLayoutMkLst>
            <pc:docMk/>
            <pc:sldMasterMk cId="2149324362" sldId="2147484182"/>
            <pc:sldLayoutMk cId="177830873" sldId="2147484191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55.478" v="353"/>
          <pc:sldLayoutMkLst>
            <pc:docMk/>
            <pc:sldMasterMk cId="2149324362" sldId="2147484182"/>
            <pc:sldLayoutMk cId="913131970" sldId="2147484192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0:59:55.478" v="353"/>
          <pc:sldLayoutMkLst>
            <pc:docMk/>
            <pc:sldMasterMk cId="2149324362" sldId="2147484182"/>
            <pc:sldLayoutMk cId="1385340108" sldId="2147484193"/>
          </pc:sldLayoutMkLst>
        </pc:sldLayoutChg>
      </pc:sldMasterChg>
      <pc:sldMasterChg chg="add del addSldLayout delSldLayout modSldLayout">
        <pc:chgData name="Jing Shen" userId="S::shenj24@myunitec.ac.nz::0c1ce1f6-b515-4548-bff3-06f77e120666" providerId="AD" clId="Web-{65BE00E8-39E9-43BC-6334-8CF09FB65AAB}" dt="2025-06-16T11:00:00.681" v="354"/>
        <pc:sldMasterMkLst>
          <pc:docMk/>
          <pc:sldMasterMk cId="1662975011" sldId="2147484194"/>
        </pc:sldMasterMkLst>
        <pc:sldLayoutChg chg="add del mod replId">
          <pc:chgData name="Jing Shen" userId="S::shenj24@myunitec.ac.nz::0c1ce1f6-b515-4548-bff3-06f77e120666" providerId="AD" clId="Web-{65BE00E8-39E9-43BC-6334-8CF09FB65AAB}" dt="2025-06-16T11:00:00.681" v="354"/>
          <pc:sldLayoutMkLst>
            <pc:docMk/>
            <pc:sldMasterMk cId="1662975011" sldId="2147484194"/>
            <pc:sldLayoutMk cId="1552999382" sldId="2147484195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00.681" v="354"/>
          <pc:sldLayoutMkLst>
            <pc:docMk/>
            <pc:sldMasterMk cId="1662975011" sldId="2147484194"/>
            <pc:sldLayoutMk cId="1170894793" sldId="2147484196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00.681" v="354"/>
          <pc:sldLayoutMkLst>
            <pc:docMk/>
            <pc:sldMasterMk cId="1662975011" sldId="2147484194"/>
            <pc:sldLayoutMk cId="2796122379" sldId="2147484197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00.681" v="354"/>
          <pc:sldLayoutMkLst>
            <pc:docMk/>
            <pc:sldMasterMk cId="1662975011" sldId="2147484194"/>
            <pc:sldLayoutMk cId="2997774201" sldId="2147484198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00.681" v="354"/>
          <pc:sldLayoutMkLst>
            <pc:docMk/>
            <pc:sldMasterMk cId="1662975011" sldId="2147484194"/>
            <pc:sldLayoutMk cId="3263047681" sldId="2147484199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00.681" v="354"/>
          <pc:sldLayoutMkLst>
            <pc:docMk/>
            <pc:sldMasterMk cId="1662975011" sldId="2147484194"/>
            <pc:sldLayoutMk cId="1129233098" sldId="2147484200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00.681" v="354"/>
          <pc:sldLayoutMkLst>
            <pc:docMk/>
            <pc:sldMasterMk cId="1662975011" sldId="2147484194"/>
            <pc:sldLayoutMk cId="2207590875" sldId="2147484201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00.681" v="354"/>
          <pc:sldLayoutMkLst>
            <pc:docMk/>
            <pc:sldMasterMk cId="1662975011" sldId="2147484194"/>
            <pc:sldLayoutMk cId="952796671" sldId="2147484202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00.681" v="354"/>
          <pc:sldLayoutMkLst>
            <pc:docMk/>
            <pc:sldMasterMk cId="1662975011" sldId="2147484194"/>
            <pc:sldLayoutMk cId="1416455397" sldId="2147484203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00.681" v="354"/>
          <pc:sldLayoutMkLst>
            <pc:docMk/>
            <pc:sldMasterMk cId="1662975011" sldId="2147484194"/>
            <pc:sldLayoutMk cId="586698726" sldId="2147484204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00.681" v="354"/>
          <pc:sldLayoutMkLst>
            <pc:docMk/>
            <pc:sldMasterMk cId="1662975011" sldId="2147484194"/>
            <pc:sldLayoutMk cId="1588269953" sldId="2147484205"/>
          </pc:sldLayoutMkLst>
        </pc:sldLayoutChg>
      </pc:sldMasterChg>
      <pc:sldMasterChg chg="add del addSldLayout delSldLayout modSldLayout">
        <pc:chgData name="Jing Shen" userId="S::shenj24@myunitec.ac.nz::0c1ce1f6-b515-4548-bff3-06f77e120666" providerId="AD" clId="Web-{65BE00E8-39E9-43BC-6334-8CF09FB65AAB}" dt="2025-06-16T11:00:10.088" v="355"/>
        <pc:sldMasterMkLst>
          <pc:docMk/>
          <pc:sldMasterMk cId="3327377125" sldId="2147484206"/>
        </pc:sldMasterMkLst>
        <pc:sldLayoutChg chg="add del mod replId">
          <pc:chgData name="Jing Shen" userId="S::shenj24@myunitec.ac.nz::0c1ce1f6-b515-4548-bff3-06f77e120666" providerId="AD" clId="Web-{65BE00E8-39E9-43BC-6334-8CF09FB65AAB}" dt="2025-06-16T11:00:10.088" v="355"/>
          <pc:sldLayoutMkLst>
            <pc:docMk/>
            <pc:sldMasterMk cId="3327377125" sldId="2147484206"/>
            <pc:sldLayoutMk cId="4166422083" sldId="2147484207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10.088" v="355"/>
          <pc:sldLayoutMkLst>
            <pc:docMk/>
            <pc:sldMasterMk cId="3327377125" sldId="2147484206"/>
            <pc:sldLayoutMk cId="295856271" sldId="2147484208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10.088" v="355"/>
          <pc:sldLayoutMkLst>
            <pc:docMk/>
            <pc:sldMasterMk cId="3327377125" sldId="2147484206"/>
            <pc:sldLayoutMk cId="3013482109" sldId="2147484209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10.088" v="355"/>
          <pc:sldLayoutMkLst>
            <pc:docMk/>
            <pc:sldMasterMk cId="3327377125" sldId="2147484206"/>
            <pc:sldLayoutMk cId="193803981" sldId="2147484210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10.088" v="355"/>
          <pc:sldLayoutMkLst>
            <pc:docMk/>
            <pc:sldMasterMk cId="3327377125" sldId="2147484206"/>
            <pc:sldLayoutMk cId="4119428623" sldId="2147484211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10.088" v="355"/>
          <pc:sldLayoutMkLst>
            <pc:docMk/>
            <pc:sldMasterMk cId="3327377125" sldId="2147484206"/>
            <pc:sldLayoutMk cId="775626329" sldId="2147484212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10.088" v="355"/>
          <pc:sldLayoutMkLst>
            <pc:docMk/>
            <pc:sldMasterMk cId="3327377125" sldId="2147484206"/>
            <pc:sldLayoutMk cId="2531181027" sldId="2147484213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10.088" v="355"/>
          <pc:sldLayoutMkLst>
            <pc:docMk/>
            <pc:sldMasterMk cId="3327377125" sldId="2147484206"/>
            <pc:sldLayoutMk cId="500886846" sldId="2147484214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10.088" v="355"/>
          <pc:sldLayoutMkLst>
            <pc:docMk/>
            <pc:sldMasterMk cId="3327377125" sldId="2147484206"/>
            <pc:sldLayoutMk cId="2256317119" sldId="2147484215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10.088" v="355"/>
          <pc:sldLayoutMkLst>
            <pc:docMk/>
            <pc:sldMasterMk cId="3327377125" sldId="2147484206"/>
            <pc:sldLayoutMk cId="1593960909" sldId="2147484216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10.088" v="355"/>
          <pc:sldLayoutMkLst>
            <pc:docMk/>
            <pc:sldMasterMk cId="3327377125" sldId="2147484206"/>
            <pc:sldLayoutMk cId="148944867" sldId="2147484217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10.088" v="355"/>
          <pc:sldLayoutMkLst>
            <pc:docMk/>
            <pc:sldMasterMk cId="3327377125" sldId="2147484206"/>
            <pc:sldLayoutMk cId="1902656737" sldId="2147484218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10.088" v="355"/>
          <pc:sldLayoutMkLst>
            <pc:docMk/>
            <pc:sldMasterMk cId="3327377125" sldId="2147484206"/>
            <pc:sldLayoutMk cId="4126447159" sldId="2147484219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10.088" v="355"/>
          <pc:sldLayoutMkLst>
            <pc:docMk/>
            <pc:sldMasterMk cId="3327377125" sldId="2147484206"/>
            <pc:sldLayoutMk cId="2077290108" sldId="2147484220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10.088" v="355"/>
          <pc:sldLayoutMkLst>
            <pc:docMk/>
            <pc:sldMasterMk cId="3327377125" sldId="2147484206"/>
            <pc:sldLayoutMk cId="908098698" sldId="2147484221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10.088" v="355"/>
          <pc:sldLayoutMkLst>
            <pc:docMk/>
            <pc:sldMasterMk cId="3327377125" sldId="2147484206"/>
            <pc:sldLayoutMk cId="2809118661" sldId="2147484222"/>
          </pc:sldLayoutMkLst>
        </pc:sldLayoutChg>
      </pc:sldMasterChg>
      <pc:sldMasterChg chg="add del addSldLayout delSldLayout modSldLayout">
        <pc:chgData name="Jing Shen" userId="S::shenj24@myunitec.ac.nz::0c1ce1f6-b515-4548-bff3-06f77e120666" providerId="AD" clId="Web-{65BE00E8-39E9-43BC-6334-8CF09FB65AAB}" dt="2025-06-16T11:00:13.619" v="356"/>
        <pc:sldMasterMkLst>
          <pc:docMk/>
          <pc:sldMasterMk cId="3077302137" sldId="2147484223"/>
        </pc:sldMasterMkLst>
        <pc:sldLayoutChg chg="add del mod replId">
          <pc:chgData name="Jing Shen" userId="S::shenj24@myunitec.ac.nz::0c1ce1f6-b515-4548-bff3-06f77e120666" providerId="AD" clId="Web-{65BE00E8-39E9-43BC-6334-8CF09FB65AAB}" dt="2025-06-16T11:00:13.619" v="356"/>
          <pc:sldLayoutMkLst>
            <pc:docMk/>
            <pc:sldMasterMk cId="3077302137" sldId="2147484223"/>
            <pc:sldLayoutMk cId="4130918162" sldId="2147484224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13.619" v="356"/>
          <pc:sldLayoutMkLst>
            <pc:docMk/>
            <pc:sldMasterMk cId="3077302137" sldId="2147484223"/>
            <pc:sldLayoutMk cId="2107544723" sldId="2147484225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13.619" v="356"/>
          <pc:sldLayoutMkLst>
            <pc:docMk/>
            <pc:sldMasterMk cId="3077302137" sldId="2147484223"/>
            <pc:sldLayoutMk cId="2575935925" sldId="2147484226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13.619" v="356"/>
          <pc:sldLayoutMkLst>
            <pc:docMk/>
            <pc:sldMasterMk cId="3077302137" sldId="2147484223"/>
            <pc:sldLayoutMk cId="1494120100" sldId="2147484227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13.619" v="356"/>
          <pc:sldLayoutMkLst>
            <pc:docMk/>
            <pc:sldMasterMk cId="3077302137" sldId="2147484223"/>
            <pc:sldLayoutMk cId="1517792866" sldId="2147484228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13.619" v="356"/>
          <pc:sldLayoutMkLst>
            <pc:docMk/>
            <pc:sldMasterMk cId="3077302137" sldId="2147484223"/>
            <pc:sldLayoutMk cId="3146772914" sldId="2147484229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13.619" v="356"/>
          <pc:sldLayoutMkLst>
            <pc:docMk/>
            <pc:sldMasterMk cId="3077302137" sldId="2147484223"/>
            <pc:sldLayoutMk cId="3913651083" sldId="2147484230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13.619" v="356"/>
          <pc:sldLayoutMkLst>
            <pc:docMk/>
            <pc:sldMasterMk cId="3077302137" sldId="2147484223"/>
            <pc:sldLayoutMk cId="2002235488" sldId="2147484231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13.619" v="356"/>
          <pc:sldLayoutMkLst>
            <pc:docMk/>
            <pc:sldMasterMk cId="3077302137" sldId="2147484223"/>
            <pc:sldLayoutMk cId="4059703694" sldId="2147484232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13.619" v="356"/>
          <pc:sldLayoutMkLst>
            <pc:docMk/>
            <pc:sldMasterMk cId="3077302137" sldId="2147484223"/>
            <pc:sldLayoutMk cId="4153178602" sldId="2147484233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13.619" v="356"/>
          <pc:sldLayoutMkLst>
            <pc:docMk/>
            <pc:sldMasterMk cId="3077302137" sldId="2147484223"/>
            <pc:sldLayoutMk cId="2674573900" sldId="2147484234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13.619" v="356"/>
          <pc:sldLayoutMkLst>
            <pc:docMk/>
            <pc:sldMasterMk cId="3077302137" sldId="2147484223"/>
            <pc:sldLayoutMk cId="26284385" sldId="2147484235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13.619" v="356"/>
          <pc:sldLayoutMkLst>
            <pc:docMk/>
            <pc:sldMasterMk cId="3077302137" sldId="2147484223"/>
            <pc:sldLayoutMk cId="741231654" sldId="2147484236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13.619" v="356"/>
          <pc:sldLayoutMkLst>
            <pc:docMk/>
            <pc:sldMasterMk cId="3077302137" sldId="2147484223"/>
            <pc:sldLayoutMk cId="2802554276" sldId="2147484237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13.619" v="356"/>
          <pc:sldLayoutMkLst>
            <pc:docMk/>
            <pc:sldMasterMk cId="3077302137" sldId="2147484223"/>
            <pc:sldLayoutMk cId="103968711" sldId="2147484238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13.619" v="356"/>
          <pc:sldLayoutMkLst>
            <pc:docMk/>
            <pc:sldMasterMk cId="3077302137" sldId="2147484223"/>
            <pc:sldLayoutMk cId="3211349477" sldId="2147484239"/>
          </pc:sldLayoutMkLst>
        </pc:sldLayoutChg>
      </pc:sldMasterChg>
      <pc:sldMasterChg chg="add del addSldLayout delSldLayout modSldLayout">
        <pc:chgData name="Jing Shen" userId="S::shenj24@myunitec.ac.nz::0c1ce1f6-b515-4548-bff3-06f77e120666" providerId="AD" clId="Web-{65BE00E8-39E9-43BC-6334-8CF09FB65AAB}" dt="2025-06-16T11:00:16.478" v="357"/>
        <pc:sldMasterMkLst>
          <pc:docMk/>
          <pc:sldMasterMk cId="189169652" sldId="2147484240"/>
        </pc:sldMasterMkLst>
        <pc:sldLayoutChg chg="add del mod replId">
          <pc:chgData name="Jing Shen" userId="S::shenj24@myunitec.ac.nz::0c1ce1f6-b515-4548-bff3-06f77e120666" providerId="AD" clId="Web-{65BE00E8-39E9-43BC-6334-8CF09FB65AAB}" dt="2025-06-16T11:00:16.478" v="357"/>
          <pc:sldLayoutMkLst>
            <pc:docMk/>
            <pc:sldMasterMk cId="189169652" sldId="2147484240"/>
            <pc:sldLayoutMk cId="4162441343" sldId="2147484241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16.478" v="357"/>
          <pc:sldLayoutMkLst>
            <pc:docMk/>
            <pc:sldMasterMk cId="189169652" sldId="2147484240"/>
            <pc:sldLayoutMk cId="2825791765" sldId="2147484242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16.478" v="357"/>
          <pc:sldLayoutMkLst>
            <pc:docMk/>
            <pc:sldMasterMk cId="189169652" sldId="2147484240"/>
            <pc:sldLayoutMk cId="992539101" sldId="2147484243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16.478" v="357"/>
          <pc:sldLayoutMkLst>
            <pc:docMk/>
            <pc:sldMasterMk cId="189169652" sldId="2147484240"/>
            <pc:sldLayoutMk cId="2983211145" sldId="2147484244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16.478" v="357"/>
          <pc:sldLayoutMkLst>
            <pc:docMk/>
            <pc:sldMasterMk cId="189169652" sldId="2147484240"/>
            <pc:sldLayoutMk cId="2295630189" sldId="2147484245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16.478" v="357"/>
          <pc:sldLayoutMkLst>
            <pc:docMk/>
            <pc:sldMasterMk cId="189169652" sldId="2147484240"/>
            <pc:sldLayoutMk cId="3060112026" sldId="2147484246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16.478" v="357"/>
          <pc:sldLayoutMkLst>
            <pc:docMk/>
            <pc:sldMasterMk cId="189169652" sldId="2147484240"/>
            <pc:sldLayoutMk cId="3054488184" sldId="2147484247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16.478" v="357"/>
          <pc:sldLayoutMkLst>
            <pc:docMk/>
            <pc:sldMasterMk cId="189169652" sldId="2147484240"/>
            <pc:sldLayoutMk cId="3129147855" sldId="2147484248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16.478" v="357"/>
          <pc:sldLayoutMkLst>
            <pc:docMk/>
            <pc:sldMasterMk cId="189169652" sldId="2147484240"/>
            <pc:sldLayoutMk cId="2375588855" sldId="2147484249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16.478" v="357"/>
          <pc:sldLayoutMkLst>
            <pc:docMk/>
            <pc:sldMasterMk cId="189169652" sldId="2147484240"/>
            <pc:sldLayoutMk cId="2078890962" sldId="2147484250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16.478" v="357"/>
          <pc:sldLayoutMkLst>
            <pc:docMk/>
            <pc:sldMasterMk cId="189169652" sldId="2147484240"/>
            <pc:sldLayoutMk cId="1550908858" sldId="2147484251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16.478" v="357"/>
          <pc:sldLayoutMkLst>
            <pc:docMk/>
            <pc:sldMasterMk cId="189169652" sldId="2147484240"/>
            <pc:sldLayoutMk cId="744578947" sldId="2147484252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16.478" v="357"/>
          <pc:sldLayoutMkLst>
            <pc:docMk/>
            <pc:sldMasterMk cId="189169652" sldId="2147484240"/>
            <pc:sldLayoutMk cId="407202659" sldId="2147484253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16.478" v="357"/>
          <pc:sldLayoutMkLst>
            <pc:docMk/>
            <pc:sldMasterMk cId="189169652" sldId="2147484240"/>
            <pc:sldLayoutMk cId="1302205910" sldId="2147484254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16.478" v="357"/>
          <pc:sldLayoutMkLst>
            <pc:docMk/>
            <pc:sldMasterMk cId="189169652" sldId="2147484240"/>
            <pc:sldLayoutMk cId="3443939608" sldId="2147484255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16.478" v="357"/>
          <pc:sldLayoutMkLst>
            <pc:docMk/>
            <pc:sldMasterMk cId="189169652" sldId="2147484240"/>
            <pc:sldLayoutMk cId="2194457172" sldId="2147484256"/>
          </pc:sldLayoutMkLst>
        </pc:sldLayoutChg>
      </pc:sldMasterChg>
      <pc:sldMasterChg chg="add del addSldLayout delSldLayout modSldLayout">
        <pc:chgData name="Jing Shen" userId="S::shenj24@myunitec.ac.nz::0c1ce1f6-b515-4548-bff3-06f77e120666" providerId="AD" clId="Web-{65BE00E8-39E9-43BC-6334-8CF09FB65AAB}" dt="2025-06-16T11:00:51.245" v="358"/>
        <pc:sldMasterMkLst>
          <pc:docMk/>
          <pc:sldMasterMk cId="2144022456" sldId="2147484257"/>
        </pc:sldMasterMkLst>
        <pc:sldLayoutChg chg="add del mod replId">
          <pc:chgData name="Jing Shen" userId="S::shenj24@myunitec.ac.nz::0c1ce1f6-b515-4548-bff3-06f77e120666" providerId="AD" clId="Web-{65BE00E8-39E9-43BC-6334-8CF09FB65AAB}" dt="2025-06-16T11:00:51.245" v="358"/>
          <pc:sldLayoutMkLst>
            <pc:docMk/>
            <pc:sldMasterMk cId="2144022456" sldId="2147484257"/>
            <pc:sldLayoutMk cId="2012840168" sldId="2147484258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51.245" v="358"/>
          <pc:sldLayoutMkLst>
            <pc:docMk/>
            <pc:sldMasterMk cId="2144022456" sldId="2147484257"/>
            <pc:sldLayoutMk cId="3259645394" sldId="2147484259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51.245" v="358"/>
          <pc:sldLayoutMkLst>
            <pc:docMk/>
            <pc:sldMasterMk cId="2144022456" sldId="2147484257"/>
            <pc:sldLayoutMk cId="2850804104" sldId="2147484260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51.245" v="358"/>
          <pc:sldLayoutMkLst>
            <pc:docMk/>
            <pc:sldMasterMk cId="2144022456" sldId="2147484257"/>
            <pc:sldLayoutMk cId="729064132" sldId="2147484261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51.245" v="358"/>
          <pc:sldLayoutMkLst>
            <pc:docMk/>
            <pc:sldMasterMk cId="2144022456" sldId="2147484257"/>
            <pc:sldLayoutMk cId="183319480" sldId="2147484262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51.245" v="358"/>
          <pc:sldLayoutMkLst>
            <pc:docMk/>
            <pc:sldMasterMk cId="2144022456" sldId="2147484257"/>
            <pc:sldLayoutMk cId="634561671" sldId="2147484263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51.245" v="358"/>
          <pc:sldLayoutMkLst>
            <pc:docMk/>
            <pc:sldMasterMk cId="2144022456" sldId="2147484257"/>
            <pc:sldLayoutMk cId="610836376" sldId="2147484264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51.245" v="358"/>
          <pc:sldLayoutMkLst>
            <pc:docMk/>
            <pc:sldMasterMk cId="2144022456" sldId="2147484257"/>
            <pc:sldLayoutMk cId="2397792386" sldId="2147484265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51.245" v="358"/>
          <pc:sldLayoutMkLst>
            <pc:docMk/>
            <pc:sldMasterMk cId="2144022456" sldId="2147484257"/>
            <pc:sldLayoutMk cId="2643651567" sldId="2147484266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51.245" v="358"/>
          <pc:sldLayoutMkLst>
            <pc:docMk/>
            <pc:sldMasterMk cId="2144022456" sldId="2147484257"/>
            <pc:sldLayoutMk cId="689376311" sldId="2147484267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51.245" v="358"/>
          <pc:sldLayoutMkLst>
            <pc:docMk/>
            <pc:sldMasterMk cId="2144022456" sldId="2147484257"/>
            <pc:sldLayoutMk cId="222135492" sldId="2147484268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51.245" v="358"/>
          <pc:sldLayoutMkLst>
            <pc:docMk/>
            <pc:sldMasterMk cId="2144022456" sldId="2147484257"/>
            <pc:sldLayoutMk cId="3613437125" sldId="2147484269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51.245" v="358"/>
          <pc:sldLayoutMkLst>
            <pc:docMk/>
            <pc:sldMasterMk cId="2144022456" sldId="2147484257"/>
            <pc:sldLayoutMk cId="1962244933" sldId="2147484270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51.245" v="358"/>
          <pc:sldLayoutMkLst>
            <pc:docMk/>
            <pc:sldMasterMk cId="2144022456" sldId="2147484257"/>
            <pc:sldLayoutMk cId="3345070701" sldId="2147484271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51.245" v="358"/>
          <pc:sldLayoutMkLst>
            <pc:docMk/>
            <pc:sldMasterMk cId="2144022456" sldId="2147484257"/>
            <pc:sldLayoutMk cId="1175148613" sldId="2147484272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51.245" v="358"/>
          <pc:sldLayoutMkLst>
            <pc:docMk/>
            <pc:sldMasterMk cId="2144022456" sldId="2147484257"/>
            <pc:sldLayoutMk cId="3483171193" sldId="2147484273"/>
          </pc:sldLayoutMkLst>
        </pc:sldLayoutChg>
      </pc:sldMasterChg>
      <pc:sldMasterChg chg="add del addSldLayout delSldLayout modSldLayout">
        <pc:chgData name="Jing Shen" userId="S::shenj24@myunitec.ac.nz::0c1ce1f6-b515-4548-bff3-06f77e120666" providerId="AD" clId="Web-{65BE00E8-39E9-43BC-6334-8CF09FB65AAB}" dt="2025-06-16T11:00:59.042" v="359"/>
        <pc:sldMasterMkLst>
          <pc:docMk/>
          <pc:sldMasterMk cId="1206948440" sldId="2147484274"/>
        </pc:sldMasterMkLst>
        <pc:sldLayoutChg chg="add del mod replId">
          <pc:chgData name="Jing Shen" userId="S::shenj24@myunitec.ac.nz::0c1ce1f6-b515-4548-bff3-06f77e120666" providerId="AD" clId="Web-{65BE00E8-39E9-43BC-6334-8CF09FB65AAB}" dt="2025-06-16T11:00:59.042" v="359"/>
          <pc:sldLayoutMkLst>
            <pc:docMk/>
            <pc:sldMasterMk cId="1206948440" sldId="2147484274"/>
            <pc:sldLayoutMk cId="3967747567" sldId="2147484275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59.042" v="359"/>
          <pc:sldLayoutMkLst>
            <pc:docMk/>
            <pc:sldMasterMk cId="1206948440" sldId="2147484274"/>
            <pc:sldLayoutMk cId="2532801099" sldId="2147484276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59.042" v="359"/>
          <pc:sldLayoutMkLst>
            <pc:docMk/>
            <pc:sldMasterMk cId="1206948440" sldId="2147484274"/>
            <pc:sldLayoutMk cId="3926543864" sldId="2147484277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59.042" v="359"/>
          <pc:sldLayoutMkLst>
            <pc:docMk/>
            <pc:sldMasterMk cId="1206948440" sldId="2147484274"/>
            <pc:sldLayoutMk cId="4181477891" sldId="2147484278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59.042" v="359"/>
          <pc:sldLayoutMkLst>
            <pc:docMk/>
            <pc:sldMasterMk cId="1206948440" sldId="2147484274"/>
            <pc:sldLayoutMk cId="1484730427" sldId="2147484279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59.042" v="359"/>
          <pc:sldLayoutMkLst>
            <pc:docMk/>
            <pc:sldMasterMk cId="1206948440" sldId="2147484274"/>
            <pc:sldLayoutMk cId="2165014004" sldId="2147484280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59.042" v="359"/>
          <pc:sldLayoutMkLst>
            <pc:docMk/>
            <pc:sldMasterMk cId="1206948440" sldId="2147484274"/>
            <pc:sldLayoutMk cId="3410879291" sldId="2147484281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59.042" v="359"/>
          <pc:sldLayoutMkLst>
            <pc:docMk/>
            <pc:sldMasterMk cId="1206948440" sldId="2147484274"/>
            <pc:sldLayoutMk cId="2393317107" sldId="2147484282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59.042" v="359"/>
          <pc:sldLayoutMkLst>
            <pc:docMk/>
            <pc:sldMasterMk cId="1206948440" sldId="2147484274"/>
            <pc:sldLayoutMk cId="603191387" sldId="2147484283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59.042" v="359"/>
          <pc:sldLayoutMkLst>
            <pc:docMk/>
            <pc:sldMasterMk cId="1206948440" sldId="2147484274"/>
            <pc:sldLayoutMk cId="1252383934" sldId="2147484284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59.042" v="359"/>
          <pc:sldLayoutMkLst>
            <pc:docMk/>
            <pc:sldMasterMk cId="1206948440" sldId="2147484274"/>
            <pc:sldLayoutMk cId="469848427" sldId="2147484285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59.042" v="359"/>
          <pc:sldLayoutMkLst>
            <pc:docMk/>
            <pc:sldMasterMk cId="1206948440" sldId="2147484274"/>
            <pc:sldLayoutMk cId="36339074" sldId="2147484286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59.042" v="359"/>
          <pc:sldLayoutMkLst>
            <pc:docMk/>
            <pc:sldMasterMk cId="1206948440" sldId="2147484274"/>
            <pc:sldLayoutMk cId="4054141912" sldId="2147484287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59.042" v="359"/>
          <pc:sldLayoutMkLst>
            <pc:docMk/>
            <pc:sldMasterMk cId="1206948440" sldId="2147484274"/>
            <pc:sldLayoutMk cId="3203038590" sldId="2147484288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59.042" v="359"/>
          <pc:sldLayoutMkLst>
            <pc:docMk/>
            <pc:sldMasterMk cId="1206948440" sldId="2147484274"/>
            <pc:sldLayoutMk cId="1601280576" sldId="2147484289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0:59.042" v="359"/>
          <pc:sldLayoutMkLst>
            <pc:docMk/>
            <pc:sldMasterMk cId="1206948440" sldId="2147484274"/>
            <pc:sldLayoutMk cId="3582240779" sldId="2147484290"/>
          </pc:sldLayoutMkLst>
        </pc:sldLayoutChg>
      </pc:sldMasterChg>
      <pc:sldMasterChg chg="add del addSldLayout delSldLayout modSldLayout">
        <pc:chgData name="Jing Shen" userId="S::shenj24@myunitec.ac.nz::0c1ce1f6-b515-4548-bff3-06f77e120666" providerId="AD" clId="Web-{65BE00E8-39E9-43BC-6334-8CF09FB65AAB}" dt="2025-06-16T11:01:04.480" v="360"/>
        <pc:sldMasterMkLst>
          <pc:docMk/>
          <pc:sldMasterMk cId="797685944" sldId="2147484291"/>
        </pc:sldMasterMkLst>
        <pc:sldLayoutChg chg="add del mod replId">
          <pc:chgData name="Jing Shen" userId="S::shenj24@myunitec.ac.nz::0c1ce1f6-b515-4548-bff3-06f77e120666" providerId="AD" clId="Web-{65BE00E8-39E9-43BC-6334-8CF09FB65AAB}" dt="2025-06-16T11:01:04.480" v="360"/>
          <pc:sldLayoutMkLst>
            <pc:docMk/>
            <pc:sldMasterMk cId="797685944" sldId="2147484291"/>
            <pc:sldLayoutMk cId="701945202" sldId="2147484292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1:04.480" v="360"/>
          <pc:sldLayoutMkLst>
            <pc:docMk/>
            <pc:sldMasterMk cId="797685944" sldId="2147484291"/>
            <pc:sldLayoutMk cId="2487571542" sldId="2147484293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1:04.480" v="360"/>
          <pc:sldLayoutMkLst>
            <pc:docMk/>
            <pc:sldMasterMk cId="797685944" sldId="2147484291"/>
            <pc:sldLayoutMk cId="1080925688" sldId="2147484294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1:04.480" v="360"/>
          <pc:sldLayoutMkLst>
            <pc:docMk/>
            <pc:sldMasterMk cId="797685944" sldId="2147484291"/>
            <pc:sldLayoutMk cId="1985046836" sldId="2147484295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1:04.480" v="360"/>
          <pc:sldLayoutMkLst>
            <pc:docMk/>
            <pc:sldMasterMk cId="797685944" sldId="2147484291"/>
            <pc:sldLayoutMk cId="3414001622" sldId="2147484296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1:04.480" v="360"/>
          <pc:sldLayoutMkLst>
            <pc:docMk/>
            <pc:sldMasterMk cId="797685944" sldId="2147484291"/>
            <pc:sldLayoutMk cId="3137684436" sldId="2147484297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1:04.480" v="360"/>
          <pc:sldLayoutMkLst>
            <pc:docMk/>
            <pc:sldMasterMk cId="797685944" sldId="2147484291"/>
            <pc:sldLayoutMk cId="4000569929" sldId="2147484298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1:04.480" v="360"/>
          <pc:sldLayoutMkLst>
            <pc:docMk/>
            <pc:sldMasterMk cId="797685944" sldId="2147484291"/>
            <pc:sldLayoutMk cId="2871672184" sldId="2147484299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1:04.480" v="360"/>
          <pc:sldLayoutMkLst>
            <pc:docMk/>
            <pc:sldMasterMk cId="797685944" sldId="2147484291"/>
            <pc:sldLayoutMk cId="2158435751" sldId="2147484300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1:04.480" v="360"/>
          <pc:sldLayoutMkLst>
            <pc:docMk/>
            <pc:sldMasterMk cId="797685944" sldId="2147484291"/>
            <pc:sldLayoutMk cId="288658501" sldId="2147484301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1:04.480" v="360"/>
          <pc:sldLayoutMkLst>
            <pc:docMk/>
            <pc:sldMasterMk cId="797685944" sldId="2147484291"/>
            <pc:sldLayoutMk cId="816959593" sldId="2147484302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1:04.480" v="360"/>
          <pc:sldLayoutMkLst>
            <pc:docMk/>
            <pc:sldMasterMk cId="797685944" sldId="2147484291"/>
            <pc:sldLayoutMk cId="935935690" sldId="2147484303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1:04.480" v="360"/>
          <pc:sldLayoutMkLst>
            <pc:docMk/>
            <pc:sldMasterMk cId="797685944" sldId="2147484291"/>
            <pc:sldLayoutMk cId="1495986863" sldId="2147484304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1:04.480" v="360"/>
          <pc:sldLayoutMkLst>
            <pc:docMk/>
            <pc:sldMasterMk cId="797685944" sldId="2147484291"/>
            <pc:sldLayoutMk cId="2575354461" sldId="2147484305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1:04.480" v="360"/>
          <pc:sldLayoutMkLst>
            <pc:docMk/>
            <pc:sldMasterMk cId="797685944" sldId="2147484291"/>
            <pc:sldLayoutMk cId="3892234196" sldId="2147484306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1:04.480" v="360"/>
          <pc:sldLayoutMkLst>
            <pc:docMk/>
            <pc:sldMasterMk cId="797685944" sldId="2147484291"/>
            <pc:sldLayoutMk cId="3708874783" sldId="2147484307"/>
          </pc:sldLayoutMkLst>
        </pc:sldLayoutChg>
      </pc:sldMasterChg>
      <pc:sldMasterChg chg="add del addSldLayout delSldLayout modSldLayout">
        <pc:chgData name="Jing Shen" userId="S::shenj24@myunitec.ac.nz::0c1ce1f6-b515-4548-bff3-06f77e120666" providerId="AD" clId="Web-{65BE00E8-39E9-43BC-6334-8CF09FB65AAB}" dt="2025-06-16T11:01:10.465" v="361"/>
        <pc:sldMasterMkLst>
          <pc:docMk/>
          <pc:sldMasterMk cId="2505939891" sldId="2147484308"/>
        </pc:sldMasterMkLst>
        <pc:sldLayoutChg chg="add del mod replId">
          <pc:chgData name="Jing Shen" userId="S::shenj24@myunitec.ac.nz::0c1ce1f6-b515-4548-bff3-06f77e120666" providerId="AD" clId="Web-{65BE00E8-39E9-43BC-6334-8CF09FB65AAB}" dt="2025-06-16T11:01:10.465" v="361"/>
          <pc:sldLayoutMkLst>
            <pc:docMk/>
            <pc:sldMasterMk cId="2505939891" sldId="2147484308"/>
            <pc:sldLayoutMk cId="334642292" sldId="2147484309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1:10.465" v="361"/>
          <pc:sldLayoutMkLst>
            <pc:docMk/>
            <pc:sldMasterMk cId="2505939891" sldId="2147484308"/>
            <pc:sldLayoutMk cId="401462937" sldId="2147484310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1:10.465" v="361"/>
          <pc:sldLayoutMkLst>
            <pc:docMk/>
            <pc:sldMasterMk cId="2505939891" sldId="2147484308"/>
            <pc:sldLayoutMk cId="3575593552" sldId="2147484311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1:10.465" v="361"/>
          <pc:sldLayoutMkLst>
            <pc:docMk/>
            <pc:sldMasterMk cId="2505939891" sldId="2147484308"/>
            <pc:sldLayoutMk cId="2514879656" sldId="2147484312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1:10.465" v="361"/>
          <pc:sldLayoutMkLst>
            <pc:docMk/>
            <pc:sldMasterMk cId="2505939891" sldId="2147484308"/>
            <pc:sldLayoutMk cId="2715489487" sldId="2147484313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1:10.465" v="361"/>
          <pc:sldLayoutMkLst>
            <pc:docMk/>
            <pc:sldMasterMk cId="2505939891" sldId="2147484308"/>
            <pc:sldLayoutMk cId="2739155932" sldId="2147484314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1:10.465" v="361"/>
          <pc:sldLayoutMkLst>
            <pc:docMk/>
            <pc:sldMasterMk cId="2505939891" sldId="2147484308"/>
            <pc:sldLayoutMk cId="1554061218" sldId="2147484315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1:10.465" v="361"/>
          <pc:sldLayoutMkLst>
            <pc:docMk/>
            <pc:sldMasterMk cId="2505939891" sldId="2147484308"/>
            <pc:sldLayoutMk cId="1026649871" sldId="2147484316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1:10.465" v="361"/>
          <pc:sldLayoutMkLst>
            <pc:docMk/>
            <pc:sldMasterMk cId="2505939891" sldId="2147484308"/>
            <pc:sldLayoutMk cId="739696847" sldId="2147484317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1:10.465" v="361"/>
          <pc:sldLayoutMkLst>
            <pc:docMk/>
            <pc:sldMasterMk cId="2505939891" sldId="2147484308"/>
            <pc:sldLayoutMk cId="3075681568" sldId="2147484318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1:10.465" v="361"/>
          <pc:sldLayoutMkLst>
            <pc:docMk/>
            <pc:sldMasterMk cId="2505939891" sldId="2147484308"/>
            <pc:sldLayoutMk cId="1228457962" sldId="2147484319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1:10.465" v="361"/>
          <pc:sldLayoutMkLst>
            <pc:docMk/>
            <pc:sldMasterMk cId="2505939891" sldId="2147484308"/>
            <pc:sldLayoutMk cId="2581660149" sldId="2147484320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1:10.465" v="361"/>
          <pc:sldLayoutMkLst>
            <pc:docMk/>
            <pc:sldMasterMk cId="2505939891" sldId="2147484308"/>
            <pc:sldLayoutMk cId="3962874727" sldId="2147484321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1:10.465" v="361"/>
          <pc:sldLayoutMkLst>
            <pc:docMk/>
            <pc:sldMasterMk cId="2505939891" sldId="2147484308"/>
            <pc:sldLayoutMk cId="3210093544" sldId="2147484322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1:10.465" v="361"/>
          <pc:sldLayoutMkLst>
            <pc:docMk/>
            <pc:sldMasterMk cId="2505939891" sldId="2147484308"/>
            <pc:sldLayoutMk cId="947916101" sldId="2147484323"/>
          </pc:sldLayoutMkLst>
        </pc:sldLayoutChg>
        <pc:sldLayoutChg chg="add del mod replId">
          <pc:chgData name="Jing Shen" userId="S::shenj24@myunitec.ac.nz::0c1ce1f6-b515-4548-bff3-06f77e120666" providerId="AD" clId="Web-{65BE00E8-39E9-43BC-6334-8CF09FB65AAB}" dt="2025-06-16T11:01:10.465" v="361"/>
          <pc:sldLayoutMkLst>
            <pc:docMk/>
            <pc:sldMasterMk cId="2505939891" sldId="2147484308"/>
            <pc:sldLayoutMk cId="79138291" sldId="2147484324"/>
          </pc:sldLayoutMkLst>
        </pc:sldLayoutChg>
      </pc:sldMasterChg>
      <pc:sldMasterChg chg="add addSldLayout modSldLayout">
        <pc:chgData name="Jing Shen" userId="S::shenj24@myunitec.ac.nz::0c1ce1f6-b515-4548-bff3-06f77e120666" providerId="AD" clId="Web-{65BE00E8-39E9-43BC-6334-8CF09FB65AAB}" dt="2025-06-16T11:01:10.465" v="361"/>
        <pc:sldMasterMkLst>
          <pc:docMk/>
          <pc:sldMasterMk cId="3479853643" sldId="2147484325"/>
        </pc:sldMasterMkLst>
        <pc:sldLayoutChg chg="add mod replId">
          <pc:chgData name="Jing Shen" userId="S::shenj24@myunitec.ac.nz::0c1ce1f6-b515-4548-bff3-06f77e120666" providerId="AD" clId="Web-{65BE00E8-39E9-43BC-6334-8CF09FB65AAB}" dt="2025-06-16T11:01:10.465" v="361"/>
          <pc:sldLayoutMkLst>
            <pc:docMk/>
            <pc:sldMasterMk cId="3479853643" sldId="2147484325"/>
            <pc:sldLayoutMk cId="2141048857" sldId="2147484326"/>
          </pc:sldLayoutMkLst>
        </pc:sldLayoutChg>
        <pc:sldLayoutChg chg="add mod replId">
          <pc:chgData name="Jing Shen" userId="S::shenj24@myunitec.ac.nz::0c1ce1f6-b515-4548-bff3-06f77e120666" providerId="AD" clId="Web-{65BE00E8-39E9-43BC-6334-8CF09FB65AAB}" dt="2025-06-16T11:01:10.465" v="361"/>
          <pc:sldLayoutMkLst>
            <pc:docMk/>
            <pc:sldMasterMk cId="3479853643" sldId="2147484325"/>
            <pc:sldLayoutMk cId="2712498768" sldId="2147484327"/>
          </pc:sldLayoutMkLst>
        </pc:sldLayoutChg>
        <pc:sldLayoutChg chg="add mod replId">
          <pc:chgData name="Jing Shen" userId="S::shenj24@myunitec.ac.nz::0c1ce1f6-b515-4548-bff3-06f77e120666" providerId="AD" clId="Web-{65BE00E8-39E9-43BC-6334-8CF09FB65AAB}" dt="2025-06-16T11:01:10.465" v="361"/>
          <pc:sldLayoutMkLst>
            <pc:docMk/>
            <pc:sldMasterMk cId="3479853643" sldId="2147484325"/>
            <pc:sldLayoutMk cId="2410031746" sldId="2147484328"/>
          </pc:sldLayoutMkLst>
        </pc:sldLayoutChg>
        <pc:sldLayoutChg chg="add mod replId">
          <pc:chgData name="Jing Shen" userId="S::shenj24@myunitec.ac.nz::0c1ce1f6-b515-4548-bff3-06f77e120666" providerId="AD" clId="Web-{65BE00E8-39E9-43BC-6334-8CF09FB65AAB}" dt="2025-06-16T11:01:10.465" v="361"/>
          <pc:sldLayoutMkLst>
            <pc:docMk/>
            <pc:sldMasterMk cId="3479853643" sldId="2147484325"/>
            <pc:sldLayoutMk cId="3451657065" sldId="2147484329"/>
          </pc:sldLayoutMkLst>
        </pc:sldLayoutChg>
        <pc:sldLayoutChg chg="add mod replId">
          <pc:chgData name="Jing Shen" userId="S::shenj24@myunitec.ac.nz::0c1ce1f6-b515-4548-bff3-06f77e120666" providerId="AD" clId="Web-{65BE00E8-39E9-43BC-6334-8CF09FB65AAB}" dt="2025-06-16T11:01:10.465" v="361"/>
          <pc:sldLayoutMkLst>
            <pc:docMk/>
            <pc:sldMasterMk cId="3479853643" sldId="2147484325"/>
            <pc:sldLayoutMk cId="435158131" sldId="2147484330"/>
          </pc:sldLayoutMkLst>
        </pc:sldLayoutChg>
        <pc:sldLayoutChg chg="add mod replId">
          <pc:chgData name="Jing Shen" userId="S::shenj24@myunitec.ac.nz::0c1ce1f6-b515-4548-bff3-06f77e120666" providerId="AD" clId="Web-{65BE00E8-39E9-43BC-6334-8CF09FB65AAB}" dt="2025-06-16T11:01:10.465" v="361"/>
          <pc:sldLayoutMkLst>
            <pc:docMk/>
            <pc:sldMasterMk cId="3479853643" sldId="2147484325"/>
            <pc:sldLayoutMk cId="2178128798" sldId="2147484331"/>
          </pc:sldLayoutMkLst>
        </pc:sldLayoutChg>
        <pc:sldLayoutChg chg="add mod replId">
          <pc:chgData name="Jing Shen" userId="S::shenj24@myunitec.ac.nz::0c1ce1f6-b515-4548-bff3-06f77e120666" providerId="AD" clId="Web-{65BE00E8-39E9-43BC-6334-8CF09FB65AAB}" dt="2025-06-16T11:01:10.465" v="361"/>
          <pc:sldLayoutMkLst>
            <pc:docMk/>
            <pc:sldMasterMk cId="3479853643" sldId="2147484325"/>
            <pc:sldLayoutMk cId="3803400121" sldId="2147484332"/>
          </pc:sldLayoutMkLst>
        </pc:sldLayoutChg>
        <pc:sldLayoutChg chg="add mod replId">
          <pc:chgData name="Jing Shen" userId="S::shenj24@myunitec.ac.nz::0c1ce1f6-b515-4548-bff3-06f77e120666" providerId="AD" clId="Web-{65BE00E8-39E9-43BC-6334-8CF09FB65AAB}" dt="2025-06-16T11:01:10.465" v="361"/>
          <pc:sldLayoutMkLst>
            <pc:docMk/>
            <pc:sldMasterMk cId="3479853643" sldId="2147484325"/>
            <pc:sldLayoutMk cId="235161101" sldId="2147484333"/>
          </pc:sldLayoutMkLst>
        </pc:sldLayoutChg>
        <pc:sldLayoutChg chg="add mod replId">
          <pc:chgData name="Jing Shen" userId="S::shenj24@myunitec.ac.nz::0c1ce1f6-b515-4548-bff3-06f77e120666" providerId="AD" clId="Web-{65BE00E8-39E9-43BC-6334-8CF09FB65AAB}" dt="2025-06-16T11:01:10.465" v="361"/>
          <pc:sldLayoutMkLst>
            <pc:docMk/>
            <pc:sldMasterMk cId="3479853643" sldId="2147484325"/>
            <pc:sldLayoutMk cId="127640198" sldId="2147484334"/>
          </pc:sldLayoutMkLst>
        </pc:sldLayoutChg>
        <pc:sldLayoutChg chg="add mod replId">
          <pc:chgData name="Jing Shen" userId="S::shenj24@myunitec.ac.nz::0c1ce1f6-b515-4548-bff3-06f77e120666" providerId="AD" clId="Web-{65BE00E8-39E9-43BC-6334-8CF09FB65AAB}" dt="2025-06-16T11:01:10.465" v="361"/>
          <pc:sldLayoutMkLst>
            <pc:docMk/>
            <pc:sldMasterMk cId="3479853643" sldId="2147484325"/>
            <pc:sldLayoutMk cId="3666053807" sldId="2147484335"/>
          </pc:sldLayoutMkLst>
        </pc:sldLayoutChg>
        <pc:sldLayoutChg chg="add mod replId">
          <pc:chgData name="Jing Shen" userId="S::shenj24@myunitec.ac.nz::0c1ce1f6-b515-4548-bff3-06f77e120666" providerId="AD" clId="Web-{65BE00E8-39E9-43BC-6334-8CF09FB65AAB}" dt="2025-06-16T11:01:10.465" v="361"/>
          <pc:sldLayoutMkLst>
            <pc:docMk/>
            <pc:sldMasterMk cId="3479853643" sldId="2147484325"/>
            <pc:sldLayoutMk cId="2199181000" sldId="2147484336"/>
          </pc:sldLayoutMkLst>
        </pc:sldLayoutChg>
        <pc:sldLayoutChg chg="add mod replId">
          <pc:chgData name="Jing Shen" userId="S::shenj24@myunitec.ac.nz::0c1ce1f6-b515-4548-bff3-06f77e120666" providerId="AD" clId="Web-{65BE00E8-39E9-43BC-6334-8CF09FB65AAB}" dt="2025-06-16T11:01:10.465" v="361"/>
          <pc:sldLayoutMkLst>
            <pc:docMk/>
            <pc:sldMasterMk cId="3479853643" sldId="2147484325"/>
            <pc:sldLayoutMk cId="1413907980" sldId="2147484337"/>
          </pc:sldLayoutMkLst>
        </pc:sldLayoutChg>
        <pc:sldLayoutChg chg="add mod replId">
          <pc:chgData name="Jing Shen" userId="S::shenj24@myunitec.ac.nz::0c1ce1f6-b515-4548-bff3-06f77e120666" providerId="AD" clId="Web-{65BE00E8-39E9-43BC-6334-8CF09FB65AAB}" dt="2025-06-16T11:01:10.465" v="361"/>
          <pc:sldLayoutMkLst>
            <pc:docMk/>
            <pc:sldMasterMk cId="3479853643" sldId="2147484325"/>
            <pc:sldLayoutMk cId="2008270079" sldId="2147484338"/>
          </pc:sldLayoutMkLst>
        </pc:sldLayoutChg>
        <pc:sldLayoutChg chg="add mod replId">
          <pc:chgData name="Jing Shen" userId="S::shenj24@myunitec.ac.nz::0c1ce1f6-b515-4548-bff3-06f77e120666" providerId="AD" clId="Web-{65BE00E8-39E9-43BC-6334-8CF09FB65AAB}" dt="2025-06-16T11:01:10.465" v="361"/>
          <pc:sldLayoutMkLst>
            <pc:docMk/>
            <pc:sldMasterMk cId="3479853643" sldId="2147484325"/>
            <pc:sldLayoutMk cId="284620568" sldId="2147484339"/>
          </pc:sldLayoutMkLst>
        </pc:sldLayoutChg>
        <pc:sldLayoutChg chg="add mod replId">
          <pc:chgData name="Jing Shen" userId="S::shenj24@myunitec.ac.nz::0c1ce1f6-b515-4548-bff3-06f77e120666" providerId="AD" clId="Web-{65BE00E8-39E9-43BC-6334-8CF09FB65AAB}" dt="2025-06-16T11:01:10.465" v="361"/>
          <pc:sldLayoutMkLst>
            <pc:docMk/>
            <pc:sldMasterMk cId="3479853643" sldId="2147484325"/>
            <pc:sldLayoutMk cId="1153319574" sldId="2147484340"/>
          </pc:sldLayoutMkLst>
        </pc:sldLayoutChg>
        <pc:sldLayoutChg chg="add mod replId">
          <pc:chgData name="Jing Shen" userId="S::shenj24@myunitec.ac.nz::0c1ce1f6-b515-4548-bff3-06f77e120666" providerId="AD" clId="Web-{65BE00E8-39E9-43BC-6334-8CF09FB65AAB}" dt="2025-06-16T11:01:10.465" v="361"/>
          <pc:sldLayoutMkLst>
            <pc:docMk/>
            <pc:sldMasterMk cId="3479853643" sldId="2147484325"/>
            <pc:sldLayoutMk cId="1775943133" sldId="2147484341"/>
          </pc:sldLayoutMkLst>
        </pc:sldLayoutChg>
      </pc:sldMasterChg>
    </pc:docChg>
  </pc:docChgLst>
  <pc:docChgLst>
    <pc:chgData name="Young Kweon" userId="S::kweony01@myunitec.ac.nz::5bb15c8c-b1de-4ec5-bbf7-7dccc9295d51" providerId="AD" clId="Web-{DAED62FC-DF57-C780-57FA-3DCF563FA077}"/>
    <pc:docChg chg="modSld sldOrd">
      <pc:chgData name="Young Kweon" userId="S::kweony01@myunitec.ac.nz::5bb15c8c-b1de-4ec5-bbf7-7dccc9295d51" providerId="AD" clId="Web-{DAED62FC-DF57-C780-57FA-3DCF563FA077}" dt="2025-06-16T23:57:30.054" v="31" actId="20577"/>
      <pc:docMkLst>
        <pc:docMk/>
      </pc:docMkLst>
      <pc:sldChg chg="modSp ord">
        <pc:chgData name="Young Kweon" userId="S::kweony01@myunitec.ac.nz::5bb15c8c-b1de-4ec5-bbf7-7dccc9295d51" providerId="AD" clId="Web-{DAED62FC-DF57-C780-57FA-3DCF563FA077}" dt="2025-06-16T23:18:11.145" v="14" actId="20577"/>
        <pc:sldMkLst>
          <pc:docMk/>
          <pc:sldMk cId="0" sldId="257"/>
        </pc:sldMkLst>
        <pc:spChg chg="mod">
          <ac:chgData name="Young Kweon" userId="S::kweony01@myunitec.ac.nz::5bb15c8c-b1de-4ec5-bbf7-7dccc9295d51" providerId="AD" clId="Web-{DAED62FC-DF57-C780-57FA-3DCF563FA077}" dt="2025-06-16T23:18:11.145" v="14" actId="20577"/>
          <ac:spMkLst>
            <pc:docMk/>
            <pc:sldMk cId="0" sldId="257"/>
            <ac:spMk id="2" creationId="{00000000-0000-0000-0000-000000000000}"/>
          </ac:spMkLst>
        </pc:spChg>
      </pc:sldChg>
      <pc:sldChg chg="addSp modSp">
        <pc:chgData name="Young Kweon" userId="S::kweony01@myunitec.ac.nz::5bb15c8c-b1de-4ec5-bbf7-7dccc9295d51" providerId="AD" clId="Web-{DAED62FC-DF57-C780-57FA-3DCF563FA077}" dt="2025-06-16T23:21:01.151" v="18" actId="1076"/>
        <pc:sldMkLst>
          <pc:docMk/>
          <pc:sldMk cId="0" sldId="258"/>
        </pc:sldMkLst>
        <pc:graphicFrameChg chg="mod">
          <ac:chgData name="Young Kweon" userId="S::kweony01@myunitec.ac.nz::5bb15c8c-b1de-4ec5-bbf7-7dccc9295d51" providerId="AD" clId="Web-{DAED62FC-DF57-C780-57FA-3DCF563FA077}" dt="2025-06-16T23:20:54.885" v="15" actId="1076"/>
          <ac:graphicFrameMkLst>
            <pc:docMk/>
            <pc:sldMk cId="0" sldId="258"/>
            <ac:graphicFrameMk id="26" creationId="{58D35AEE-A4C0-3CA1-9734-71353711F42C}"/>
          </ac:graphicFrameMkLst>
        </pc:graphicFrameChg>
        <pc:picChg chg="add mod">
          <ac:chgData name="Young Kweon" userId="S::kweony01@myunitec.ac.nz::5bb15c8c-b1de-4ec5-bbf7-7dccc9295d51" providerId="AD" clId="Web-{DAED62FC-DF57-C780-57FA-3DCF563FA077}" dt="2025-06-16T23:21:01.151" v="18" actId="1076"/>
          <ac:picMkLst>
            <pc:docMk/>
            <pc:sldMk cId="0" sldId="258"/>
            <ac:picMk id="3" creationId="{E5BAD19D-C31E-AFA1-7744-C49FA951E2D7}"/>
          </ac:picMkLst>
        </pc:picChg>
      </pc:sldChg>
      <pc:sldChg chg="ord">
        <pc:chgData name="Young Kweon" userId="S::kweony01@myunitec.ac.nz::5bb15c8c-b1de-4ec5-bbf7-7dccc9295d51" providerId="AD" clId="Web-{DAED62FC-DF57-C780-57FA-3DCF563FA077}" dt="2025-06-16T22:58:25.964" v="0"/>
        <pc:sldMkLst>
          <pc:docMk/>
          <pc:sldMk cId="0" sldId="259"/>
        </pc:sldMkLst>
      </pc:sldChg>
      <pc:sldChg chg="modSp">
        <pc:chgData name="Young Kweon" userId="S::kweony01@myunitec.ac.nz::5bb15c8c-b1de-4ec5-bbf7-7dccc9295d51" providerId="AD" clId="Web-{DAED62FC-DF57-C780-57FA-3DCF563FA077}" dt="2025-06-16T23:57:30.054" v="31" actId="20577"/>
        <pc:sldMkLst>
          <pc:docMk/>
          <pc:sldMk cId="0" sldId="261"/>
        </pc:sldMkLst>
        <pc:spChg chg="mod">
          <ac:chgData name="Young Kweon" userId="S::kweony01@myunitec.ac.nz::5bb15c8c-b1de-4ec5-bbf7-7dccc9295d51" providerId="AD" clId="Web-{DAED62FC-DF57-C780-57FA-3DCF563FA077}" dt="2025-06-16T23:57:30.054" v="31" actId="20577"/>
          <ac:spMkLst>
            <pc:docMk/>
            <pc:sldMk cId="0" sldId="261"/>
            <ac:spMk id="2" creationId="{00000000-0000-0000-0000-000000000000}"/>
          </ac:spMkLst>
        </pc:spChg>
      </pc:sldChg>
      <pc:sldChg chg="modSp ord">
        <pc:chgData name="Young Kweon" userId="S::kweony01@myunitec.ac.nz::5bb15c8c-b1de-4ec5-bbf7-7dccc9295d51" providerId="AD" clId="Web-{DAED62FC-DF57-C780-57FA-3DCF563FA077}" dt="2025-06-16T23:56:19.646" v="23" actId="1076"/>
        <pc:sldMkLst>
          <pc:docMk/>
          <pc:sldMk cId="3489862810" sldId="264"/>
        </pc:sldMkLst>
        <pc:spChg chg="mod">
          <ac:chgData name="Young Kweon" userId="S::kweony01@myunitec.ac.nz::5bb15c8c-b1de-4ec5-bbf7-7dccc9295d51" providerId="AD" clId="Web-{DAED62FC-DF57-C780-57FA-3DCF563FA077}" dt="2025-06-16T23:56:06.161" v="21" actId="20577"/>
          <ac:spMkLst>
            <pc:docMk/>
            <pc:sldMk cId="3489862810" sldId="264"/>
            <ac:spMk id="2" creationId="{4637617E-76F3-BB72-A8E1-73C1B86A2555}"/>
          </ac:spMkLst>
        </pc:spChg>
        <pc:graphicFrameChg chg="mod">
          <ac:chgData name="Young Kweon" userId="S::kweony01@myunitec.ac.nz::5bb15c8c-b1de-4ec5-bbf7-7dccc9295d51" providerId="AD" clId="Web-{DAED62FC-DF57-C780-57FA-3DCF563FA077}" dt="2025-06-16T23:56:19.646" v="23" actId="1076"/>
          <ac:graphicFrameMkLst>
            <pc:docMk/>
            <pc:sldMk cId="3489862810" sldId="264"/>
            <ac:graphicFrameMk id="22" creationId="{EFE14A9D-2A6A-E19B-F161-1498A3028FA9}"/>
          </ac:graphicFrameMkLst>
        </pc:graphicFrameChg>
      </pc:sldChg>
    </pc:docChg>
  </pc:docChgLst>
  <pc:docChgLst>
    <pc:chgData name="Jing Shen" userId="S::shenj24@myunitec.ac.nz::0c1ce1f6-b515-4548-bff3-06f77e120666" providerId="AD" clId="Web-{4F5C0FB9-5186-CDC3-468E-3DD13DC2EAD6}"/>
    <pc:docChg chg="modSld sldOrd">
      <pc:chgData name="Jing Shen" userId="S::shenj24@myunitec.ac.nz::0c1ce1f6-b515-4548-bff3-06f77e120666" providerId="AD" clId="Web-{4F5C0FB9-5186-CDC3-468E-3DD13DC2EAD6}" dt="2025-06-17T02:04:53.984" v="306"/>
      <pc:docMkLst>
        <pc:docMk/>
      </pc:docMkLst>
      <pc:sldChg chg="modSp">
        <pc:chgData name="Jing Shen" userId="S::shenj24@myunitec.ac.nz::0c1ce1f6-b515-4548-bff3-06f77e120666" providerId="AD" clId="Web-{4F5C0FB9-5186-CDC3-468E-3DD13DC2EAD6}" dt="2025-06-17T00:40:50.242" v="30" actId="20577"/>
        <pc:sldMkLst>
          <pc:docMk/>
          <pc:sldMk cId="0" sldId="258"/>
        </pc:sldMkLst>
        <pc:spChg chg="mod">
          <ac:chgData name="Jing Shen" userId="S::shenj24@myunitec.ac.nz::0c1ce1f6-b515-4548-bff3-06f77e120666" providerId="AD" clId="Web-{4F5C0FB9-5186-CDC3-468E-3DD13DC2EAD6}" dt="2025-06-17T00:40:50.242" v="30" actId="20577"/>
          <ac:spMkLst>
            <pc:docMk/>
            <pc:sldMk cId="0" sldId="258"/>
            <ac:spMk id="2" creationId="{00000000-0000-0000-0000-000000000000}"/>
          </ac:spMkLst>
        </pc:spChg>
        <pc:graphicFrameChg chg="mod modGraphic">
          <ac:chgData name="Jing Shen" userId="S::shenj24@myunitec.ac.nz::0c1ce1f6-b515-4548-bff3-06f77e120666" providerId="AD" clId="Web-{4F5C0FB9-5186-CDC3-468E-3DD13DC2EAD6}" dt="2025-06-17T00:26:10.410" v="20" actId="1076"/>
          <ac:graphicFrameMkLst>
            <pc:docMk/>
            <pc:sldMk cId="0" sldId="258"/>
            <ac:graphicFrameMk id="26" creationId="{58D35AEE-A4C0-3CA1-9734-71353711F42C}"/>
          </ac:graphicFrameMkLst>
        </pc:graphicFrameChg>
        <pc:picChg chg="mod">
          <ac:chgData name="Jing Shen" userId="S::shenj24@myunitec.ac.nz::0c1ce1f6-b515-4548-bff3-06f77e120666" providerId="AD" clId="Web-{4F5C0FB9-5186-CDC3-468E-3DD13DC2EAD6}" dt="2025-06-17T00:38:53.005" v="29" actId="1076"/>
          <ac:picMkLst>
            <pc:docMk/>
            <pc:sldMk cId="0" sldId="258"/>
            <ac:picMk id="3" creationId="{E5BAD19D-C31E-AFA1-7744-C49FA951E2D7}"/>
          </ac:picMkLst>
        </pc:picChg>
      </pc:sldChg>
      <pc:sldChg chg="modSp ord">
        <pc:chgData name="Jing Shen" userId="S::shenj24@myunitec.ac.nz::0c1ce1f6-b515-4548-bff3-06f77e120666" providerId="AD" clId="Web-{4F5C0FB9-5186-CDC3-468E-3DD13DC2EAD6}" dt="2025-06-17T01:45:55.661" v="294" actId="20577"/>
        <pc:sldMkLst>
          <pc:docMk/>
          <pc:sldMk cId="0" sldId="261"/>
        </pc:sldMkLst>
        <pc:spChg chg="mod">
          <ac:chgData name="Jing Shen" userId="S::shenj24@myunitec.ac.nz::0c1ce1f6-b515-4548-bff3-06f77e120666" providerId="AD" clId="Web-{4F5C0FB9-5186-CDC3-468E-3DD13DC2EAD6}" dt="2025-06-17T00:41:08.665" v="33" actId="20577"/>
          <ac:spMkLst>
            <pc:docMk/>
            <pc:sldMk cId="0" sldId="261"/>
            <ac:spMk id="2" creationId="{00000000-0000-0000-0000-000000000000}"/>
          </ac:spMkLst>
        </pc:spChg>
        <pc:spChg chg="mod">
          <ac:chgData name="Jing Shen" userId="S::shenj24@myunitec.ac.nz::0c1ce1f6-b515-4548-bff3-06f77e120666" providerId="AD" clId="Web-{4F5C0FB9-5186-CDC3-468E-3DD13DC2EAD6}" dt="2025-06-17T01:45:55.661" v="294" actId="20577"/>
          <ac:spMkLst>
            <pc:docMk/>
            <pc:sldMk cId="0" sldId="261"/>
            <ac:spMk id="3" creationId="{00000000-0000-0000-0000-000000000000}"/>
          </ac:spMkLst>
        </pc:spChg>
      </pc:sldChg>
      <pc:sldChg chg="addSp delSp modSp ord">
        <pc:chgData name="Jing Shen" userId="S::shenj24@myunitec.ac.nz::0c1ce1f6-b515-4548-bff3-06f77e120666" providerId="AD" clId="Web-{4F5C0FB9-5186-CDC3-468E-3DD13DC2EAD6}" dt="2025-06-17T02:04:53.984" v="306"/>
        <pc:sldMkLst>
          <pc:docMk/>
          <pc:sldMk cId="0" sldId="262"/>
        </pc:sldMkLst>
        <pc:spChg chg="mod">
          <ac:chgData name="Jing Shen" userId="S::shenj24@myunitec.ac.nz::0c1ce1f6-b515-4548-bff3-06f77e120666" providerId="AD" clId="Web-{4F5C0FB9-5186-CDC3-468E-3DD13DC2EAD6}" dt="2025-06-17T00:45:47.874" v="76" actId="1076"/>
          <ac:spMkLst>
            <pc:docMk/>
            <pc:sldMk cId="0" sldId="262"/>
            <ac:spMk id="2" creationId="{00000000-0000-0000-0000-000000000000}"/>
          </ac:spMkLst>
        </pc:spChg>
        <pc:spChg chg="del mod">
          <ac:chgData name="Jing Shen" userId="S::shenj24@myunitec.ac.nz::0c1ce1f6-b515-4548-bff3-06f77e120666" providerId="AD" clId="Web-{4F5C0FB9-5186-CDC3-468E-3DD13DC2EAD6}" dt="2025-06-17T00:46:49.954" v="82"/>
          <ac:spMkLst>
            <pc:docMk/>
            <pc:sldMk cId="0" sldId="262"/>
            <ac:spMk id="3" creationId="{00000000-0000-0000-0000-000000000000}"/>
          </ac:spMkLst>
        </pc:spChg>
        <pc:graphicFrameChg chg="add mod ord modGraphic">
          <ac:chgData name="Jing Shen" userId="S::shenj24@myunitec.ac.nz::0c1ce1f6-b515-4548-bff3-06f77e120666" providerId="AD" clId="Web-{4F5C0FB9-5186-CDC3-468E-3DD13DC2EAD6}" dt="2025-06-17T02:04:53.984" v="306"/>
          <ac:graphicFrameMkLst>
            <pc:docMk/>
            <pc:sldMk cId="0" sldId="262"/>
            <ac:graphicFrameMk id="4" creationId="{58F52381-9441-9397-3B81-2282C5FDE4D4}"/>
          </ac:graphicFrameMkLst>
        </pc:graphicFrameChg>
      </pc:sldChg>
      <pc:sldChg chg="modSp ord">
        <pc:chgData name="Jing Shen" userId="S::shenj24@myunitec.ac.nz::0c1ce1f6-b515-4548-bff3-06f77e120666" providerId="AD" clId="Web-{4F5C0FB9-5186-CDC3-468E-3DD13DC2EAD6}" dt="2025-06-17T01:40:36.185" v="293" actId="14100"/>
        <pc:sldMkLst>
          <pc:docMk/>
          <pc:sldMk cId="0" sldId="263"/>
        </pc:sldMkLst>
        <pc:spChg chg="mod">
          <ac:chgData name="Jing Shen" userId="S::shenj24@myunitec.ac.nz::0c1ce1f6-b515-4548-bff3-06f77e120666" providerId="AD" clId="Web-{4F5C0FB9-5186-CDC3-468E-3DD13DC2EAD6}" dt="2025-06-17T01:40:36.185" v="293" actId="14100"/>
          <ac:spMkLst>
            <pc:docMk/>
            <pc:sldMk cId="0" sldId="263"/>
            <ac:spMk id="3" creationId="{00000000-0000-0000-0000-000000000000}"/>
          </ac:spMkLst>
        </pc:spChg>
      </pc:sldChg>
      <pc:sldChg chg="ord">
        <pc:chgData name="Jing Shen" userId="S::shenj24@myunitec.ac.nz::0c1ce1f6-b515-4548-bff3-06f77e120666" providerId="AD" clId="Web-{4F5C0FB9-5186-CDC3-468E-3DD13DC2EAD6}" dt="2025-06-16T23:46:00.163" v="9"/>
        <pc:sldMkLst>
          <pc:docMk/>
          <pc:sldMk cId="3489862810" sldId="264"/>
        </pc:sldMkLst>
      </pc:sldChg>
    </pc:docChg>
  </pc:docChgLst>
  <pc:docChgLst>
    <pc:chgData name="Jing Shen" userId="S::shenj24@myunitec.ac.nz::0c1ce1f6-b515-4548-bff3-06f77e120666" providerId="AD" clId="Web-{BEC73D24-B911-343A-FAB1-30E4A4BA6A31}"/>
    <pc:docChg chg="modSld">
      <pc:chgData name="Jing Shen" userId="S::shenj24@myunitec.ac.nz::0c1ce1f6-b515-4548-bff3-06f77e120666" providerId="AD" clId="Web-{BEC73D24-B911-343A-FAB1-30E4A4BA6A31}" dt="2025-06-16T23:35:00.072" v="11"/>
      <pc:docMkLst>
        <pc:docMk/>
      </pc:docMkLst>
      <pc:sldChg chg="modSp">
        <pc:chgData name="Jing Shen" userId="S::shenj24@myunitec.ac.nz::0c1ce1f6-b515-4548-bff3-06f77e120666" providerId="AD" clId="Web-{BEC73D24-B911-343A-FAB1-30E4A4BA6A31}" dt="2025-06-16T23:35:00.072" v="11"/>
        <pc:sldMkLst>
          <pc:docMk/>
          <pc:sldMk cId="3489862810" sldId="264"/>
        </pc:sldMkLst>
        <pc:graphicFrameChg chg="mod modGraphic">
          <ac:chgData name="Jing Shen" userId="S::shenj24@myunitec.ac.nz::0c1ce1f6-b515-4548-bff3-06f77e120666" providerId="AD" clId="Web-{BEC73D24-B911-343A-FAB1-30E4A4BA6A31}" dt="2025-06-16T23:35:00.072" v="11"/>
          <ac:graphicFrameMkLst>
            <pc:docMk/>
            <pc:sldMk cId="3489862810" sldId="264"/>
            <ac:graphicFrameMk id="22" creationId="{EFE14A9D-2A6A-E19B-F161-1498A3028FA9}"/>
          </ac:graphicFrameMkLst>
        </pc:graphicFrameChg>
      </pc:sldChg>
    </pc:docChg>
  </pc:docChgLst>
  <pc:docChgLst>
    <pc:chgData name="Jing Shen" userId="S::shenj24@myunitec.ac.nz::0c1ce1f6-b515-4548-bff3-06f77e120666" providerId="AD" clId="Web-{FE88D229-9C75-A25A-1D00-2C09C8370734}"/>
    <pc:docChg chg="modSld">
      <pc:chgData name="Jing Shen" userId="S::shenj24@myunitec.ac.nz::0c1ce1f6-b515-4548-bff3-06f77e120666" providerId="AD" clId="Web-{FE88D229-9C75-A25A-1D00-2C09C8370734}" dt="2025-06-17T04:17:57.207" v="121"/>
      <pc:docMkLst>
        <pc:docMk/>
      </pc:docMkLst>
      <pc:sldChg chg="modSp">
        <pc:chgData name="Jing Shen" userId="S::shenj24@myunitec.ac.nz::0c1ce1f6-b515-4548-bff3-06f77e120666" providerId="AD" clId="Web-{FE88D229-9C75-A25A-1D00-2C09C8370734}" dt="2025-06-17T04:17:57.207" v="121"/>
        <pc:sldMkLst>
          <pc:docMk/>
          <pc:sldMk cId="0" sldId="262"/>
        </pc:sldMkLst>
        <pc:graphicFrameChg chg="mod modGraphic">
          <ac:chgData name="Jing Shen" userId="S::shenj24@myunitec.ac.nz::0c1ce1f6-b515-4548-bff3-06f77e120666" providerId="AD" clId="Web-{FE88D229-9C75-A25A-1D00-2C09C8370734}" dt="2025-06-17T04:17:57.207" v="121"/>
          <ac:graphicFrameMkLst>
            <pc:docMk/>
            <pc:sldMk cId="0" sldId="262"/>
            <ac:graphicFrameMk id="4" creationId="{58F52381-9441-9397-3B81-2282C5FDE4D4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A977F-2504-E741-85B4-8F01994E1F25}" type="datetimeFigureOut">
              <a:rPr lang="en-US" dirty="0"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048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9A02F-357D-AF42-B110-A7740AFDCA1B}" type="datetimeFigureOut">
              <a:rPr lang="en-US" dirty="0"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498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B9B27-4D02-2940-AED5-BC8F2B3B1507}" type="datetimeFigureOut">
              <a:rPr lang="en-US" dirty="0"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031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F7878-2C98-7449-BB8F-764A5EA8E558}" type="datetimeFigureOut">
              <a:rPr lang="en-US" dirty="0"/>
              <a:t>6/16/2025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657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2F403-9584-1749-B6AB-5E1C5F94527C}" type="datetimeFigureOut">
              <a:rPr lang="en-US" dirty="0"/>
              <a:t>6/16/2025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158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C0351-EB03-5444-BA93-B7E778374E24}" type="datetimeFigureOut">
              <a:rPr lang="en-US" dirty="0"/>
              <a:t>6/16/2025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128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ADB90-FF7E-5041-AB9F-1BC0957AB829}" type="datetimeFigureOut">
              <a:rPr lang="en-US" dirty="0"/>
              <a:t>6/16/2025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400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8CB6-48D8-4E47-B0D3-B56230F429D0}" type="datetimeFigureOut">
              <a:rPr lang="en-US" dirty="0"/>
              <a:t>6/16/2025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61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716D3-DCE8-CC45-8106-AE5DFCD073F9}" type="datetimeFigureOut">
              <a:rPr lang="en-US" dirty="0"/>
              <a:t>6/16/2025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40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F351F-53B1-3B4C-8CD4-15B0457E8E3F}" type="datetimeFigureOut">
              <a:rPr lang="en-US" dirty="0"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053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1E8F6-4F69-E448-82E4-3FF8C30628E4}" type="datetimeFigureOut">
              <a:rPr lang="en-US" dirty="0"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991810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0BAD4-EC93-8B4C-97AE-9AB5F3271B19}" type="datetimeFigureOut">
              <a:rPr lang="en-US" dirty="0"/>
              <a:t>6/16/2025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9079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9050E-E079-6441-81E7-806D30677343}" type="datetimeFigureOut">
              <a:rPr lang="en-US" dirty="0"/>
              <a:t>6/16/2025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082700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230AF-FFB7-DE42-B481-AAC2589869DA}" type="datetimeFigureOut">
              <a:rPr lang="en-US" dirty="0"/>
              <a:t>6/16/2025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205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A7C16-FAF2-2C41-B697-563997C522AD}" type="datetimeFigureOut">
              <a:rPr lang="en-US" dirty="0"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3195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9D9EA-0687-604F-B97A-763B6765DF9F}" type="datetimeFigureOut">
              <a:rPr lang="en-US" dirty="0"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943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04"/>
            <a:ext cx="1952272" cy="6853049"/>
            <a:chOff x="6627813" y="195650"/>
            <a:chExt cx="1952625" cy="5678101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65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9FFFB4-400D-1240-AB24-6F86C96D4DFB}" type="datetimeFigureOut">
              <a:rPr lang="en-US" dirty="0"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853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26" r:id="rId1"/>
    <p:sldLayoutId id="2147484327" r:id="rId2"/>
    <p:sldLayoutId id="2147484328" r:id="rId3"/>
    <p:sldLayoutId id="2147484329" r:id="rId4"/>
    <p:sldLayoutId id="2147484330" r:id="rId5"/>
    <p:sldLayoutId id="2147484331" r:id="rId6"/>
    <p:sldLayoutId id="2147484332" r:id="rId7"/>
    <p:sldLayoutId id="2147484333" r:id="rId8"/>
    <p:sldLayoutId id="2147484334" r:id="rId9"/>
    <p:sldLayoutId id="2147484335" r:id="rId10"/>
    <p:sldLayoutId id="2147484336" r:id="rId11"/>
    <p:sldLayoutId id="2147484337" r:id="rId12"/>
    <p:sldLayoutId id="2147484338" r:id="rId13"/>
    <p:sldLayoutId id="2147484339" r:id="rId14"/>
    <p:sldLayoutId id="2147484340" r:id="rId15"/>
    <p:sldLayoutId id="2147484341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500" y="1673225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HTCS6703 Network Security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​</a:t>
            </a:r>
            <a:br>
              <a:rPr lang="en-US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​</a:t>
            </a:r>
            <a:br>
              <a:rPr lang="en-US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Business Presentation</a:t>
            </a: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4560B9D-E309-6E78-0E76-59D9CCBE16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99541" y="4165059"/>
            <a:ext cx="6743326" cy="1738604"/>
          </a:xfrm>
        </p:spPr>
        <p:txBody>
          <a:bodyPr>
            <a:normAutofit/>
          </a:bodyPr>
          <a:lstStyle/>
          <a:p>
            <a:pPr fontAlgn="base"/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 ​</a:t>
            </a:r>
          </a:p>
          <a:p>
            <a:pPr fontAlgn="base"/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Oliver Smith, Ava Richards, ​</a:t>
            </a:r>
          </a:p>
          <a:p>
            <a:pPr fontAlgn="base"/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Vivien Shen, </a:t>
            </a:r>
            <a:r>
              <a:rPr lang="en-US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Youngkwang</a:t>
            </a:r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Kweon</a:t>
            </a:r>
          </a:p>
          <a:p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5139" y="624110"/>
            <a:ext cx="7089261" cy="1280890"/>
          </a:xfrm>
        </p:spPr>
        <p:txBody>
          <a:bodyPr>
            <a:normAutofit/>
          </a:bodyPr>
          <a:lstStyle/>
          <a:p>
            <a:r>
              <a:rPr lang="en-US">
                <a:latin typeface="Arial"/>
                <a:cs typeface="Arial"/>
              </a:rPr>
              <a:t>Overview of </a:t>
            </a:r>
            <a:r>
              <a:rPr lang="en-US" err="1">
                <a:latin typeface="Arial"/>
                <a:cs typeface="Arial"/>
              </a:rPr>
              <a:t>Lumma</a:t>
            </a:r>
            <a:r>
              <a:rPr lang="en-US">
                <a:latin typeface="Arial"/>
                <a:cs typeface="Arial"/>
              </a:rPr>
              <a:t> Stealer</a:t>
            </a:r>
            <a:endParaRPr>
              <a:latin typeface="Arial"/>
              <a:cs typeface="Arial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F44434A-FE03-12F1-1857-F45DEFDE1B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1071737"/>
              </p:ext>
            </p:extLst>
          </p:nvPr>
        </p:nvGraphicFramePr>
        <p:xfrm>
          <a:off x="1316490" y="2071687"/>
          <a:ext cx="7349605" cy="4082710"/>
        </p:xfrm>
        <a:graphic>
          <a:graphicData uri="http://schemas.openxmlformats.org/drawingml/2006/table">
            <a:tbl>
              <a:tblPr>
                <a:tableStyleId>{D03447BB-5D67-496B-8E87-E561075AD55C}</a:tableStyleId>
              </a:tblPr>
              <a:tblGrid>
                <a:gridCol w="3258288">
                  <a:extLst>
                    <a:ext uri="{9D8B030D-6E8A-4147-A177-3AD203B41FA5}">
                      <a16:colId xmlns:a16="http://schemas.microsoft.com/office/drawing/2014/main" val="2562239492"/>
                    </a:ext>
                  </a:extLst>
                </a:gridCol>
                <a:gridCol w="4091317">
                  <a:extLst>
                    <a:ext uri="{9D8B030D-6E8A-4147-A177-3AD203B41FA5}">
                      <a16:colId xmlns:a16="http://schemas.microsoft.com/office/drawing/2014/main" val="4216183477"/>
                    </a:ext>
                  </a:extLst>
                </a:gridCol>
              </a:tblGrid>
              <a:tr h="549457">
                <a:tc>
                  <a:txBody>
                    <a:bodyPr/>
                    <a:lstStyle/>
                    <a:p>
                      <a:r>
                        <a:rPr lang="en-GB" sz="2000" b="1">
                          <a:solidFill>
                            <a:srgbClr val="FFFFFF"/>
                          </a:solidFill>
                          <a:latin typeface="Arial"/>
                        </a:rPr>
                        <a:t>Attribute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1">
                          <a:solidFill>
                            <a:srgbClr val="FFFFFF"/>
                          </a:solidFill>
                          <a:latin typeface="Arial"/>
                        </a:rPr>
                        <a:t>Details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575822"/>
                  </a:ext>
                </a:extLst>
              </a:tr>
              <a:tr h="549457">
                <a:tc>
                  <a:txBody>
                    <a:bodyPr/>
                    <a:lstStyle/>
                    <a:p>
                      <a:r>
                        <a:rPr lang="en-GB" sz="2000">
                          <a:solidFill>
                            <a:schemeClr val="tx1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>
                          <a:solidFill>
                            <a:schemeClr val="tx1"/>
                          </a:solidFill>
                          <a:latin typeface="Arial"/>
                        </a:rPr>
                        <a:t>Infostealer Malware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4174254"/>
                  </a:ext>
                </a:extLst>
              </a:tr>
              <a:tr h="972116">
                <a:tc>
                  <a:txBody>
                    <a:bodyPr/>
                    <a:lstStyle/>
                    <a:p>
                      <a:r>
                        <a:rPr lang="en-GB" sz="2000">
                          <a:solidFill>
                            <a:schemeClr val="tx1"/>
                          </a:solidFill>
                          <a:latin typeface="Arial"/>
                        </a:rPr>
                        <a:t>Delivery Methods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tx1"/>
                          </a:solidFill>
                          <a:latin typeface="Arial"/>
                        </a:rPr>
                        <a:t>Phishing emails, malicious websites, cracked software, drive-by downloads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5003405"/>
                  </a:ext>
                </a:extLst>
              </a:tr>
              <a:tr h="972116">
                <a:tc>
                  <a:txBody>
                    <a:bodyPr/>
                    <a:lstStyle/>
                    <a:p>
                      <a:r>
                        <a:rPr lang="en-GB" sz="2000">
                          <a:solidFill>
                            <a:schemeClr val="tx1"/>
                          </a:solidFill>
                          <a:latin typeface="Arial"/>
                        </a:rPr>
                        <a:t>Key Capabilities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tx1"/>
                          </a:solidFill>
                          <a:latin typeface="Arial"/>
                        </a:rPr>
                        <a:t>Credential theft, session hijacking, data exfiltration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756481"/>
                  </a:ext>
                </a:extLst>
              </a:tr>
              <a:tr h="972116">
                <a:tc>
                  <a:txBody>
                    <a:bodyPr/>
                    <a:lstStyle/>
                    <a:p>
                      <a:r>
                        <a:rPr lang="en-GB" sz="2000">
                          <a:solidFill>
                            <a:schemeClr val="tx1"/>
                          </a:solidFill>
                          <a:latin typeface="Arial"/>
                        </a:rPr>
                        <a:t>Targets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tx1"/>
                          </a:solidFill>
                          <a:latin typeface="Arial"/>
                        </a:rPr>
                        <a:t>Corporate users, Windows systems, cloud accounts, crypto wallets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283573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1227" y="274638"/>
            <a:ext cx="4858682" cy="1143000"/>
          </a:xfrm>
        </p:spPr>
        <p:txBody>
          <a:bodyPr>
            <a:noAutofit/>
          </a:bodyPr>
          <a:lstStyle/>
          <a:p>
            <a:r>
              <a:rPr lang="en-US" sz="3600"/>
              <a:t>Why </a:t>
            </a:r>
            <a:r>
              <a:rPr lang="en-US" sz="3600" err="1"/>
              <a:t>Lumma</a:t>
            </a:r>
            <a:r>
              <a:rPr lang="en-US" sz="3600"/>
              <a:t> Stealer is Ideal for Simulation</a:t>
            </a: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527E5D8-1A07-422A-5016-BEFF1FF322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1047563"/>
              </p:ext>
            </p:extLst>
          </p:nvPr>
        </p:nvGraphicFramePr>
        <p:xfrm>
          <a:off x="1039813" y="1879386"/>
          <a:ext cx="7831136" cy="34616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15568">
                  <a:extLst>
                    <a:ext uri="{9D8B030D-6E8A-4147-A177-3AD203B41FA5}">
                      <a16:colId xmlns:a16="http://schemas.microsoft.com/office/drawing/2014/main" val="1201250526"/>
                    </a:ext>
                  </a:extLst>
                </a:gridCol>
                <a:gridCol w="3915568">
                  <a:extLst>
                    <a:ext uri="{9D8B030D-6E8A-4147-A177-3AD203B41FA5}">
                      <a16:colId xmlns:a16="http://schemas.microsoft.com/office/drawing/2014/main" val="3168266968"/>
                    </a:ext>
                  </a:extLst>
                </a:gridCol>
              </a:tblGrid>
              <a:tr h="576943"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717508"/>
                  </a:ext>
                </a:extLst>
              </a:tr>
              <a:tr h="576943"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Real-world relevance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Actively used by cybercriminals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5762564"/>
                  </a:ext>
                </a:extLst>
              </a:tr>
              <a:tr h="576943"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Attack surface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Covers credentials, cookies, wallets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172825"/>
                  </a:ext>
                </a:extLst>
              </a:tr>
              <a:tr h="576943"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Stealth emulation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Tests AV/EDR/NDR effectiveness</a:t>
                      </a:r>
                      <a:endParaRPr lang="en-GB" sz="1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2645326"/>
                  </a:ext>
                </a:extLst>
              </a:tr>
              <a:tr h="576943"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Detection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Exercises multiple </a:t>
                      </a:r>
                      <a:r>
                        <a:rPr lang="en-GB" sz="18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defense</a:t>
                      </a:r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layers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1832240"/>
                  </a:ext>
                </a:extLst>
              </a:tr>
              <a:tr h="576943"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IR practice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Prepares SOC for actual threats</a:t>
                      </a:r>
                      <a:endParaRPr lang="en-GB" sz="1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181986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38FDCAB-7BD1-24AD-3965-D1807E2973DF}"/>
              </a:ext>
            </a:extLst>
          </p:cNvPr>
          <p:cNvSpPr txBox="1"/>
          <p:nvPr/>
        </p:nvSpPr>
        <p:spPr>
          <a:xfrm>
            <a:off x="3628768" y="5898292"/>
            <a:ext cx="5331941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i="1">
                <a:latin typeface="Arial"/>
                <a:cs typeface="Arial"/>
              </a:rPr>
              <a:t>Recent Incident Trends :</a:t>
            </a:r>
          </a:p>
          <a:p>
            <a:r>
              <a:rPr lang="en-US" i="1">
                <a:latin typeface="Arial"/>
                <a:cs typeface="Arial"/>
              </a:rPr>
              <a:t>Rising use in Ransomware-as-a-Service (RaaS) </a:t>
            </a:r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7617E-76F3-BB72-A8E1-73C1B86A2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>
                <a:latin typeface="Arial"/>
                <a:ea typeface="+mj-lt"/>
                <a:cs typeface="+mj-lt"/>
              </a:rPr>
              <a:t>Key Benefits of Simulation</a:t>
            </a:r>
            <a:endParaRPr lang="en-US" sz="3600">
              <a:latin typeface="Arial"/>
            </a:endParaRPr>
          </a:p>
        </p:txBody>
      </p:sp>
      <p:graphicFrame>
        <p:nvGraphicFramePr>
          <p:cNvPr id="22" name="Content Placeholder 21">
            <a:extLst>
              <a:ext uri="{FF2B5EF4-FFF2-40B4-BE49-F238E27FC236}">
                <a16:creationId xmlns:a16="http://schemas.microsoft.com/office/drawing/2014/main" id="{EFE14A9D-2A6A-E19B-F161-1498A3028F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8248344"/>
              </p:ext>
            </p:extLst>
          </p:nvPr>
        </p:nvGraphicFramePr>
        <p:xfrm>
          <a:off x="1272687" y="2166571"/>
          <a:ext cx="6591300" cy="347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5650">
                  <a:extLst>
                    <a:ext uri="{9D8B030D-6E8A-4147-A177-3AD203B41FA5}">
                      <a16:colId xmlns:a16="http://schemas.microsoft.com/office/drawing/2014/main" val="122667753"/>
                    </a:ext>
                  </a:extLst>
                </a:gridCol>
                <a:gridCol w="3295650">
                  <a:extLst>
                    <a:ext uri="{9D8B030D-6E8A-4147-A177-3AD203B41FA5}">
                      <a16:colId xmlns:a16="http://schemas.microsoft.com/office/drawing/2014/main" val="12085355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>
                          <a:latin typeface="Arial"/>
                        </a:rPr>
                        <a:t>Benefit</a:t>
                      </a:r>
                      <a:endParaRPr lang="en-US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1" i="0" u="none" strike="noStrike" baseline="0" noProof="0">
                          <a:solidFill>
                            <a:srgbClr val="FFFFFF"/>
                          </a:solidFill>
                          <a:latin typeface="Arial"/>
                        </a:rPr>
                        <a:t>Description</a:t>
                      </a:r>
                      <a:endParaRPr lang="en-US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9090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baseline="0" noProof="0">
                          <a:solidFill>
                            <a:srgbClr val="000000"/>
                          </a:solidFill>
                          <a:latin typeface="Arial"/>
                        </a:rPr>
                        <a:t>Security Readiness</a:t>
                      </a:r>
                      <a:endParaRPr lang="en-US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baseline="0" noProof="0">
                          <a:solidFill>
                            <a:srgbClr val="000000"/>
                          </a:solidFill>
                          <a:latin typeface="Arial"/>
                        </a:rPr>
                        <a:t>Confirms effectiveness of current Tools,  tests our People &amp; Processes</a:t>
                      </a:r>
                      <a:endParaRPr lang="en-US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6031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baseline="0" noProof="0">
                          <a:solidFill>
                            <a:srgbClr val="000000"/>
                          </a:solidFill>
                          <a:latin typeface="Arial"/>
                        </a:rPr>
                        <a:t>Risk Reduction</a:t>
                      </a:r>
                      <a:endParaRPr lang="en-US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baseline="0" noProof="0">
                          <a:solidFill>
                            <a:srgbClr val="000000"/>
                          </a:solidFill>
                          <a:latin typeface="Arial"/>
                        </a:rPr>
                        <a:t>Finds exploitable weaknesses before attackers do</a:t>
                      </a:r>
                      <a:endParaRPr lang="en-US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9239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baseline="0" noProof="0">
                          <a:solidFill>
                            <a:srgbClr val="000000"/>
                          </a:solidFill>
                          <a:latin typeface="Arial"/>
                        </a:rPr>
                        <a:t>Compliance Readiness</a:t>
                      </a:r>
                      <a:endParaRPr lang="en-US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noProof="0">
                          <a:latin typeface="Arial"/>
                        </a:rPr>
                        <a:t>Demonstrates proactive control testing (ISO, SOC 2, GDPR)</a:t>
                      </a:r>
                      <a:endParaRPr lang="en-US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2129072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noProof="0">
                          <a:latin typeface="Arial"/>
                        </a:rPr>
                        <a:t>Business Continuity</a:t>
                      </a:r>
                      <a:endParaRPr lang="en-US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noProof="0">
                          <a:latin typeface="Arial"/>
                        </a:rPr>
                        <a:t>Reduces likelihood of operational disruption</a:t>
                      </a:r>
                      <a:endParaRPr lang="en-US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3508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9862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8057" y="622998"/>
            <a:ext cx="7696200" cy="1089704"/>
          </a:xfrm>
        </p:spPr>
        <p:txBody>
          <a:bodyPr>
            <a:normAutofit fontScale="90000"/>
          </a:bodyPr>
          <a:lstStyle/>
          <a:p>
            <a:r>
              <a:rPr lang="en-GB">
                <a:latin typeface="Arial"/>
                <a:ea typeface="+mj-lt"/>
                <a:cs typeface="Arial"/>
              </a:rPr>
              <a:t>What We Discovered- </a:t>
            </a:r>
            <a:r>
              <a:rPr lang="en-GB" sz="3100">
                <a:latin typeface="Arial"/>
                <a:cs typeface="Arial"/>
              </a:rPr>
              <a:t>Risk Assessment </a:t>
            </a:r>
            <a:endParaRPr lang="en-US" sz="3100">
              <a:latin typeface="Arial"/>
              <a:cs typeface="Arial"/>
            </a:endParaRPr>
          </a:p>
        </p:txBody>
      </p:sp>
      <p:graphicFrame>
        <p:nvGraphicFramePr>
          <p:cNvPr id="26" name="Content Placeholder 25">
            <a:extLst>
              <a:ext uri="{FF2B5EF4-FFF2-40B4-BE49-F238E27FC236}">
                <a16:creationId xmlns:a16="http://schemas.microsoft.com/office/drawing/2014/main" id="{58D35AEE-A4C0-3CA1-9734-71353711F4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2894344"/>
              </p:ext>
            </p:extLst>
          </p:nvPr>
        </p:nvGraphicFramePr>
        <p:xfrm>
          <a:off x="1425768" y="3623024"/>
          <a:ext cx="7168019" cy="26822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848376">
                  <a:extLst>
                    <a:ext uri="{9D8B030D-6E8A-4147-A177-3AD203B41FA5}">
                      <a16:colId xmlns:a16="http://schemas.microsoft.com/office/drawing/2014/main" val="2759713247"/>
                    </a:ext>
                  </a:extLst>
                </a:gridCol>
                <a:gridCol w="1106562">
                  <a:extLst>
                    <a:ext uri="{9D8B030D-6E8A-4147-A177-3AD203B41FA5}">
                      <a16:colId xmlns:a16="http://schemas.microsoft.com/office/drawing/2014/main" val="4244212975"/>
                    </a:ext>
                  </a:extLst>
                </a:gridCol>
                <a:gridCol w="1593688">
                  <a:extLst>
                    <a:ext uri="{9D8B030D-6E8A-4147-A177-3AD203B41FA5}">
                      <a16:colId xmlns:a16="http://schemas.microsoft.com/office/drawing/2014/main" val="4149542900"/>
                    </a:ext>
                  </a:extLst>
                </a:gridCol>
                <a:gridCol w="1619393">
                  <a:extLst>
                    <a:ext uri="{9D8B030D-6E8A-4147-A177-3AD203B41FA5}">
                      <a16:colId xmlns:a16="http://schemas.microsoft.com/office/drawing/2014/main" val="2885584775"/>
                    </a:ext>
                  </a:extLst>
                </a:gridCol>
              </a:tblGrid>
              <a:tr h="548699">
                <a:tc>
                  <a:txBody>
                    <a:bodyPr/>
                    <a:lstStyle/>
                    <a:p>
                      <a:r>
                        <a:rPr lang="en-GB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Risk 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Likelihood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Risk Level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5477480"/>
                  </a:ext>
                </a:extLst>
              </a:tr>
              <a:tr h="309266">
                <a:tc>
                  <a:txBody>
                    <a:bodyPr/>
                    <a:lstStyle/>
                    <a:p>
                      <a:pPr algn="l"/>
                      <a:r>
                        <a:rPr lang="en-GB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Breach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Critical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5769840"/>
                  </a:ext>
                </a:extLst>
              </a:tr>
              <a:tr h="309266">
                <a:tc>
                  <a:txBody>
                    <a:bodyPr/>
                    <a:lstStyle/>
                    <a:p>
                      <a:r>
                        <a:rPr lang="en-GB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Financial Fraud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4738964"/>
                  </a:ext>
                </a:extLst>
              </a:tr>
              <a:tr h="309266">
                <a:tc>
                  <a:txBody>
                    <a:bodyPr/>
                    <a:lstStyle/>
                    <a:p>
                      <a:r>
                        <a:rPr lang="en-GB" sz="2000">
                          <a:latin typeface="Arial"/>
                          <a:cs typeface="Arial"/>
                        </a:rPr>
                        <a:t>Operational Downtime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3579305"/>
                  </a:ext>
                </a:extLst>
              </a:tr>
              <a:tr h="309266">
                <a:tc>
                  <a:txBody>
                    <a:bodyPr/>
                    <a:lstStyle/>
                    <a:p>
                      <a:r>
                        <a:rPr lang="en-GB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Regulatory Violation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7748317"/>
                  </a:ext>
                </a:extLst>
              </a:tr>
              <a:tr h="309266">
                <a:tc>
                  <a:txBody>
                    <a:bodyPr/>
                    <a:lstStyle/>
                    <a:p>
                      <a:r>
                        <a:rPr lang="en-GB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Brand Reputation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856407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E5BAD19D-C31E-AFA1-7744-C49FA951E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938" y="1403573"/>
            <a:ext cx="6883614" cy="202270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5391" y="696191"/>
            <a:ext cx="6929009" cy="1208809"/>
          </a:xfrm>
        </p:spPr>
        <p:txBody>
          <a:bodyPr>
            <a:normAutofit/>
          </a:bodyPr>
          <a:lstStyle/>
          <a:p>
            <a:r>
              <a:rPr lang="en-GB">
                <a:latin typeface="Arial"/>
                <a:ea typeface="+mj-lt"/>
                <a:cs typeface="Arial"/>
              </a:rPr>
              <a:t>What This Simulation Gave Us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7065" y="1907648"/>
            <a:ext cx="6915318" cy="4003574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0" indent="0">
              <a:spcBef>
                <a:spcPts val="20"/>
              </a:spcBef>
              <a:buNone/>
            </a:pPr>
            <a:r>
              <a:rPr lang="en-US" sz="2800">
                <a:latin typeface="Arial"/>
                <a:ea typeface="+mn-lt"/>
                <a:cs typeface="Arial"/>
              </a:rPr>
              <a:t>Unvalidated defenses = Unknown Exposure</a:t>
            </a:r>
            <a:endParaRPr lang="en-US" sz="2800">
              <a:latin typeface="Arial"/>
              <a:cs typeface="Arial"/>
            </a:endParaRPr>
          </a:p>
          <a:p>
            <a:pPr>
              <a:spcBef>
                <a:spcPts val="20"/>
              </a:spcBef>
            </a:pPr>
            <a:endParaRPr lang="en-US" sz="2800">
              <a:latin typeface="Arial"/>
              <a:ea typeface="Calibri"/>
              <a:cs typeface="Arial"/>
            </a:endParaRPr>
          </a:p>
          <a:p>
            <a:pPr>
              <a:spcBef>
                <a:spcPts val="20"/>
              </a:spcBef>
            </a:pPr>
            <a:r>
              <a:rPr lang="en-US" sz="2800">
                <a:latin typeface="Arial"/>
                <a:ea typeface="+mn-lt"/>
                <a:cs typeface="Arial"/>
              </a:rPr>
              <a:t>Finding critical gaps in detection and response</a:t>
            </a:r>
          </a:p>
          <a:p>
            <a:pPr>
              <a:spcBef>
                <a:spcPts val="20"/>
              </a:spcBef>
            </a:pPr>
            <a:r>
              <a:rPr lang="en-US" sz="2800">
                <a:latin typeface="Arial"/>
                <a:ea typeface="+mn-lt"/>
                <a:cs typeface="Arial"/>
              </a:rPr>
              <a:t>Supported data-driven decisions on future security investments</a:t>
            </a:r>
          </a:p>
          <a:p>
            <a:pPr marL="0" indent="0">
              <a:spcBef>
                <a:spcPts val="20"/>
              </a:spcBef>
              <a:buNone/>
            </a:pPr>
            <a:endParaRPr lang="en-US" sz="2800">
              <a:latin typeface="Arial"/>
              <a:ea typeface="+mn-lt"/>
              <a:cs typeface="Arial"/>
            </a:endParaRPr>
          </a:p>
          <a:p>
            <a:pPr marL="0" indent="0">
              <a:spcBef>
                <a:spcPts val="20"/>
              </a:spcBef>
              <a:buNone/>
            </a:pPr>
            <a:endParaRPr lang="en-US" sz="2800">
              <a:solidFill>
                <a:srgbClr val="000000"/>
              </a:solidFill>
              <a:latin typeface="Arial"/>
              <a:ea typeface="+mn-lt"/>
              <a:cs typeface="Arial"/>
            </a:endParaRPr>
          </a:p>
          <a:p>
            <a:pPr marL="0" indent="0">
              <a:spcBef>
                <a:spcPts val="20"/>
              </a:spcBef>
              <a:buNone/>
            </a:pPr>
            <a:endParaRPr lang="en-US" sz="2800">
              <a:solidFill>
                <a:srgbClr val="000000"/>
              </a:solidFill>
              <a:latin typeface="Arial"/>
              <a:ea typeface="+mn-lt"/>
              <a:cs typeface="Arial"/>
            </a:endParaRPr>
          </a:p>
          <a:p>
            <a:pPr marL="0" indent="0">
              <a:spcBef>
                <a:spcPts val="20"/>
              </a:spcBef>
              <a:buNone/>
            </a:pPr>
            <a:r>
              <a:rPr lang="en-US" sz="1600">
                <a:solidFill>
                  <a:srgbClr val="FF0000"/>
                </a:solidFill>
                <a:latin typeface="Arial"/>
                <a:ea typeface="+mn-lt"/>
                <a:cs typeface="Arial"/>
              </a:rPr>
              <a:t>     “No simulation means we’re assuming everything works — and that’s risky.”</a:t>
            </a:r>
            <a:endParaRPr lang="en-US" sz="1600">
              <a:solidFill>
                <a:srgbClr val="FF0000"/>
              </a:solidFill>
              <a:ea typeface="Calibri"/>
              <a:cs typeface="Calibri"/>
            </a:endParaRPr>
          </a:p>
          <a:p>
            <a:endParaRPr lang="en-US" b="1">
              <a:latin typeface="Arial"/>
              <a:cs typeface="Arial"/>
            </a:endParaRPr>
          </a:p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2173" y="428167"/>
            <a:ext cx="6883112" cy="1280890"/>
          </a:xfrm>
        </p:spPr>
        <p:txBody>
          <a:bodyPr>
            <a:normAutofit/>
          </a:bodyPr>
          <a:lstStyle/>
          <a:p>
            <a:r>
              <a:rPr lang="en-US">
                <a:latin typeface="Arial"/>
                <a:ea typeface="+mj-lt"/>
                <a:cs typeface="Arial"/>
              </a:rPr>
              <a:t>Security Recommendations</a:t>
            </a:r>
            <a:br>
              <a:rPr lang="en-US">
                <a:latin typeface="Arial"/>
                <a:ea typeface="+mj-lt"/>
                <a:cs typeface="Arial"/>
              </a:rPr>
            </a:br>
            <a:r>
              <a:rPr lang="en-US">
                <a:latin typeface="Arial"/>
                <a:ea typeface="+mj-lt"/>
                <a:cs typeface="Arial"/>
              </a:rPr>
              <a:t>Executive Decision Relevance</a:t>
            </a:r>
            <a:endParaRPr lang="en-US">
              <a:latin typeface="Century Gothic" panose="020B0502020202020204"/>
              <a:ea typeface="+mj-lt"/>
              <a:cs typeface="Arial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8F52381-9441-9397-3B81-2282C5FDE4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4679220"/>
              </p:ext>
            </p:extLst>
          </p:nvPr>
        </p:nvGraphicFramePr>
        <p:xfrm>
          <a:off x="1546383" y="1876746"/>
          <a:ext cx="7121976" cy="28325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4175964870"/>
                    </a:ext>
                  </a:extLst>
                </a:gridCol>
                <a:gridCol w="4454976">
                  <a:extLst>
                    <a:ext uri="{9D8B030D-6E8A-4147-A177-3AD203B41FA5}">
                      <a16:colId xmlns:a16="http://schemas.microsoft.com/office/drawing/2014/main" val="37926633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1" i="0" u="none" strike="noStrike" baseline="0" noProof="0">
                          <a:solidFill>
                            <a:srgbClr val="FFFFFF"/>
                          </a:solidFill>
                          <a:latin typeface="Arial"/>
                        </a:rPr>
                        <a:t>Decision Factor</a:t>
                      </a:r>
                      <a:endParaRPr lang="en-US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1" i="0" u="none" strike="noStrike" baseline="0" noProof="0">
                          <a:solidFill>
                            <a:srgbClr val="FFFFFF"/>
                          </a:solidFill>
                          <a:latin typeface="Arial"/>
                        </a:rPr>
                        <a:t>Executive Consideration</a:t>
                      </a:r>
                      <a:endParaRPr lang="en-US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9710584"/>
                  </a:ext>
                </a:extLst>
              </a:tr>
              <a:tr h="56507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baseline="0" noProof="0">
                          <a:solidFill>
                            <a:srgbClr val="000000"/>
                          </a:solidFill>
                          <a:latin typeface="Arial"/>
                        </a:rPr>
                        <a:t>Cyber Readiness</a:t>
                      </a:r>
                      <a:endParaRPr lang="en-US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Regular Threat Simulations</a:t>
                      </a:r>
                      <a:endParaRPr lang="en-GB" sz="1800" b="0" i="0" u="none" strike="noStrike" noProof="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90182"/>
                  </a:ext>
                </a:extLst>
              </a:tr>
              <a:tr h="63953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noProof="0">
                          <a:latin typeface="Arial"/>
                        </a:rPr>
                        <a:t>Budget Allocation</a:t>
                      </a:r>
                      <a:endParaRPr lang="en-US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baseline="0" noProof="0">
                          <a:solidFill>
                            <a:srgbClr val="000000"/>
                          </a:solidFill>
                          <a:latin typeface="Arial"/>
                        </a:rPr>
                        <a:t>Invest in Endpoint Detection &amp; Response (EDR) upgrades 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691280"/>
                  </a:ext>
                </a:extLst>
              </a:tr>
              <a:tr h="61644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noProof="0">
                          <a:latin typeface="Arial"/>
                        </a:rPr>
                        <a:t>Incident Response Plan</a:t>
                      </a:r>
                      <a:endParaRPr lang="en-US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baseline="0" noProof="0">
                          <a:solidFill>
                            <a:srgbClr val="000000"/>
                          </a:solidFill>
                          <a:latin typeface="Arial"/>
                        </a:rPr>
                        <a:t>Reinforce security culture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3673865"/>
                  </a:ext>
                </a:extLst>
              </a:tr>
              <a:tr h="36739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noProof="0">
                          <a:latin typeface="Arial"/>
                        </a:rPr>
                        <a:t>Compliance Strategy</a:t>
                      </a:r>
                      <a:endParaRPr lang="en-US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baseline="0" noProof="0">
                          <a:solidFill>
                            <a:srgbClr val="000000"/>
                          </a:solidFill>
                          <a:latin typeface="Arial"/>
                        </a:rPr>
                        <a:t>Move from passive </a:t>
                      </a:r>
                      <a:r>
                        <a:rPr lang="en-GB" sz="1800" b="0" i="0" u="none" strike="noStrike" baseline="0" noProof="0" err="1">
                          <a:solidFill>
                            <a:srgbClr val="000000"/>
                          </a:solidFill>
                          <a:latin typeface="Arial"/>
                        </a:rPr>
                        <a:t>defense</a:t>
                      </a:r>
                      <a:r>
                        <a:rPr lang="en-GB" sz="1800" b="0" i="0" u="none" strike="noStrike" baseline="0" noProof="0">
                          <a:solidFill>
                            <a:srgbClr val="000000"/>
                          </a:solidFill>
                          <a:latin typeface="Arial"/>
                        </a:rPr>
                        <a:t> to active resilience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576645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4443" y="1915885"/>
            <a:ext cx="7125386" cy="399533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>
                <a:latin typeface="Arial"/>
                <a:ea typeface="+mn-lt"/>
                <a:cs typeface="Arial"/>
              </a:rPr>
              <a:t>Threats are Evolving Fast</a:t>
            </a:r>
            <a:endParaRPr lang="en-US" sz="2800">
              <a:latin typeface="Arial"/>
              <a:cs typeface="Arial"/>
            </a:endParaRPr>
          </a:p>
          <a:p>
            <a:r>
              <a:rPr lang="en-US" sz="2800">
                <a:latin typeface="Arial"/>
                <a:ea typeface="+mn-lt"/>
                <a:cs typeface="Arial"/>
              </a:rPr>
              <a:t>Our Tools Are Capable — But Not Perfect</a:t>
            </a:r>
            <a:endParaRPr/>
          </a:p>
          <a:p>
            <a:r>
              <a:rPr lang="en-US" sz="2800">
                <a:latin typeface="Arial"/>
                <a:ea typeface="+mn-lt"/>
                <a:cs typeface="Arial"/>
              </a:rPr>
              <a:t>Executive Support Makes the Difference</a:t>
            </a:r>
            <a:endParaRPr sz="2800">
              <a:latin typeface="Arial"/>
              <a:cs typeface="Arial"/>
            </a:endParaRPr>
          </a:p>
          <a:p>
            <a:r>
              <a:rPr lang="en-US" sz="2800">
                <a:latin typeface="Arial"/>
                <a:ea typeface="+mn-lt"/>
                <a:cs typeface="Arial"/>
              </a:rPr>
              <a:t>Investment = Protection                </a:t>
            </a:r>
          </a:p>
          <a:p>
            <a:pPr marL="0" indent="0">
              <a:buNone/>
            </a:pPr>
            <a:endParaRPr lang="en-US" sz="2800">
              <a:latin typeface="Arial"/>
              <a:ea typeface="+mn-lt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647252"/>
      </a:dk2>
      <a:lt2>
        <a:srgbClr val="EAE8CF"/>
      </a:lt2>
      <a:accent1>
        <a:srgbClr val="E78712"/>
      </a:accent1>
      <a:accent2>
        <a:srgbClr val="B73C26"/>
      </a:accent2>
      <a:accent3>
        <a:srgbClr val="865331"/>
      </a:accent3>
      <a:accent4>
        <a:srgbClr val="B38648"/>
      </a:accent4>
      <a:accent5>
        <a:srgbClr val="BBB473"/>
      </a:accent5>
      <a:accent6>
        <a:srgbClr val="849276"/>
      </a:accent6>
      <a:hlink>
        <a:srgbClr val="FDAB2A"/>
      </a:hlink>
      <a:folHlink>
        <a:srgbClr val="CCB182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54F6613E-5ED7-40ED-90A8-F639BE712C0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Wisp</vt:lpstr>
      <vt:lpstr>HTCS6703 Network Security​ ​ Business Presentation</vt:lpstr>
      <vt:lpstr>Overview of Lumma Stealer</vt:lpstr>
      <vt:lpstr>Why Lumma Stealer is Ideal for Simulation</vt:lpstr>
      <vt:lpstr>Key Benefits of Simulation</vt:lpstr>
      <vt:lpstr>What We Discovered- Risk Assessment </vt:lpstr>
      <vt:lpstr>What This Simulation Gave Us</vt:lpstr>
      <vt:lpstr>Security Recommendations Executive Decision Relevance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1</cp:revision>
  <dcterms:created xsi:type="dcterms:W3CDTF">2013-01-27T09:14:16Z</dcterms:created>
  <dcterms:modified xsi:type="dcterms:W3CDTF">2025-06-17T04:18:39Z</dcterms:modified>
  <cp:category/>
</cp:coreProperties>
</file>