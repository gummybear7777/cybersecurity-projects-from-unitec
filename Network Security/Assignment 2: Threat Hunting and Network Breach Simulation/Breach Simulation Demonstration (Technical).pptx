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OOXDiagramDataRels1_5.svg" ContentType="image/svg"/>
  <Override PartName="/ppt/media/OOXDiagramDataRels1_3.svg" ContentType="image/svg"/>
  <Override PartName="/ppt/media/OOXDiagramDrawingRels1_1.svg" ContentType="image/svg"/>
  <Override PartName="/ppt/media/OOXDiagramDataRels1_1.svg" ContentType="image/svg"/>
  <Override PartName="/ppt/media/OOXDiagramDrawingRels1_3.svg" ContentType="image/svg"/>
  <Override PartName="/ppt/media/OOXDiagramDrawingRels1_5.svg" ContentType="image/svg"/>
  <Override PartName="/ppt/media/OOXDiagramDataRels2_5.svg" ContentType="image/svg"/>
  <Override PartName="/ppt/media/OOXDiagramDrawingRels4_1.svg" ContentType="image/svg"/>
  <Override PartName="/ppt/media/image4.svg" ContentType="image/svg"/>
  <Override PartName="/ppt/media/OOXDiagramDataRels4_1.svg" ContentType="image/svg"/>
  <Override PartName="/ppt/media/OOXDiagramDrawingRels4_5.svg" ContentType="image/svg"/>
  <Override PartName="/ppt/media/OOXDiagramDataRels2_1.svg" ContentType="image/svg"/>
  <Override PartName="/ppt/media/OOXDiagramDrawingRels2_1.svg" ContentType="image/svg"/>
  <Override PartName="/ppt/media/OOXDiagramDataRels2_3.svg" ContentType="image/svg"/>
  <Override PartName="/ppt/media/OOXDiagramDrawingRels2_3.svg" ContentType="image/svg"/>
  <Override PartName="/ppt/media/OOXDiagramDrawingRels2_5.svg" ContentType="image/svg"/>
  <Override PartName="/ppt/media/OOXDiagramDataRels4_3.svg" ContentType="image/svg"/>
  <Override PartName="/ppt/media/OOXDiagramDrawingRels4_3.svg" ContentType="image/svg"/>
  <Override PartName="/ppt/media/OOXDiagramDataRels4_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quickStyle3.xml" ContentType="application/vnd.openxmlformats-officedocument.drawingml.diagramStyle+xml"/>
  <Override PartName="/ppt/diagrams/drawing2.xml" ContentType="application/vnd.ms-office.drawingml.diagramDrawing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4.xml" ContentType="application/vnd.openxmlformats-officedocument.drawingml.diagramStyle+xml"/>
  <Override PartName="/ppt/diagrams/data2.xml" ContentType="application/vnd.openxmlformats-officedocument.drawingml.diagramData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3.xml" ContentType="application/vnd.ms-office.drawingml.diagramDrawing+xml"/>
  <Override PartName="/ppt/diagrams/colors2.xml" ContentType="application/vnd.openxmlformats-officedocument.drawingml.diagramColor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drawing4.xml" ContentType="application/vnd.ms-office.drawingml.diagramDrawing+xml"/>
  <Override PartName="/ppt/diagrams/colors3.xml" ContentType="application/vnd.openxmlformats-officedocument.drawingml.diagramColor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colors4.xml" ContentType="application/vnd.openxmlformats-officedocument.drawingml.diagramColors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diagrams/_rels/data1.xml.rels><?xml version="1.0" encoding="UTF-8"?>
<Relationships xmlns="http://schemas.openxmlformats.org/package/2006/relationships"><Relationship Id="rId1" Type="http://schemas.openxmlformats.org/officeDocument/2006/relationships/image" Target="../media/OOXDiagramDataRels1_0.png"/><Relationship Id="rId2" Type="http://schemas.openxmlformats.org/officeDocument/2006/relationships/image" Target="../media/OOXDiagramDataRels1_1.svg"/><Relationship Id="rId3" Type="http://schemas.openxmlformats.org/officeDocument/2006/relationships/image" Target="../media/OOXDiagramDataRels1_2.png"/><Relationship Id="rId4" Type="http://schemas.openxmlformats.org/officeDocument/2006/relationships/image" Target="../media/OOXDiagramDataRels1_3.svg"/><Relationship Id="rId5" Type="http://schemas.openxmlformats.org/officeDocument/2006/relationships/image" Target="../media/OOXDiagramDataRels1_4.png"/><Relationship Id="rId6" Type="http://schemas.openxmlformats.org/officeDocument/2006/relationships/image" Target="../media/OOXDiagramDataRels1_5.svg"/>
</Relationships>
</file>

<file path=ppt/diagrams/_rels/data2.xml.rels><?xml version="1.0" encoding="UTF-8"?>
<Relationships xmlns="http://schemas.openxmlformats.org/package/2006/relationships"><Relationship Id="rId1" Type="http://schemas.openxmlformats.org/officeDocument/2006/relationships/image" Target="../media/OOXDiagramDataRels2_0.png"/><Relationship Id="rId2" Type="http://schemas.openxmlformats.org/officeDocument/2006/relationships/image" Target="../media/OOXDiagramDataRels2_1.svg"/><Relationship Id="rId3" Type="http://schemas.openxmlformats.org/officeDocument/2006/relationships/image" Target="../media/OOXDiagramDataRels2_2.png"/><Relationship Id="rId4" Type="http://schemas.openxmlformats.org/officeDocument/2006/relationships/image" Target="../media/OOXDiagramDataRels2_3.svg"/><Relationship Id="rId5" Type="http://schemas.openxmlformats.org/officeDocument/2006/relationships/image" Target="../media/OOXDiagramDataRels2_4.png"/><Relationship Id="rId6" Type="http://schemas.openxmlformats.org/officeDocument/2006/relationships/image" Target="../media/OOXDiagramDataRels2_5.svg"/>
</Relationships>
</file>

<file path=ppt/diagrams/_rels/data4.xml.rels><?xml version="1.0" encoding="UTF-8"?>
<Relationships xmlns="http://schemas.openxmlformats.org/package/2006/relationships"><Relationship Id="rId1" Type="http://schemas.openxmlformats.org/officeDocument/2006/relationships/image" Target="../media/OOXDiagramDataRels4_0.png"/><Relationship Id="rId2" Type="http://schemas.openxmlformats.org/officeDocument/2006/relationships/image" Target="../media/OOXDiagramDataRels4_1.svg"/><Relationship Id="rId3" Type="http://schemas.openxmlformats.org/officeDocument/2006/relationships/image" Target="../media/OOXDiagramDataRels4_2.png"/><Relationship Id="rId4" Type="http://schemas.openxmlformats.org/officeDocument/2006/relationships/image" Target="../media/OOXDiagramDataRels4_3.svg"/><Relationship Id="rId5" Type="http://schemas.openxmlformats.org/officeDocument/2006/relationships/image" Target="../media/OOXDiagramDataRels4_4.png"/><Relationship Id="rId6" Type="http://schemas.openxmlformats.org/officeDocument/2006/relationships/image" Target="../media/OOXDiagramDataRels4_5.svg"/>
</Relationships>
</file>

<file path=ppt/diagrams/_rels/drawing1.xml.rels><?xml version="1.0" encoding="UTF-8"?>
<Relationships xmlns="http://schemas.openxmlformats.org/package/2006/relationships"><Relationship Id="rId1" Type="http://schemas.openxmlformats.org/officeDocument/2006/relationships/image" Target="../media/OOXDiagramDrawingRels1_0.png"/><Relationship Id="rId2" Type="http://schemas.openxmlformats.org/officeDocument/2006/relationships/image" Target="../media/OOXDiagramDrawingRels1_1.svg"/><Relationship Id="rId3" Type="http://schemas.openxmlformats.org/officeDocument/2006/relationships/image" Target="../media/OOXDiagramDrawingRels1_2.png"/><Relationship Id="rId4" Type="http://schemas.openxmlformats.org/officeDocument/2006/relationships/image" Target="../media/OOXDiagramDrawingRels1_3.svg"/><Relationship Id="rId5" Type="http://schemas.openxmlformats.org/officeDocument/2006/relationships/image" Target="../media/OOXDiagramDrawingRels1_4.png"/><Relationship Id="rId6" Type="http://schemas.openxmlformats.org/officeDocument/2006/relationships/image" Target="../media/OOXDiagramDrawingRels1_5.svg"/>
</Relationships>
</file>

<file path=ppt/diagrams/_rels/drawing2.xml.rels><?xml version="1.0" encoding="UTF-8"?>
<Relationships xmlns="http://schemas.openxmlformats.org/package/2006/relationships"><Relationship Id="rId1" Type="http://schemas.openxmlformats.org/officeDocument/2006/relationships/image" Target="../media/OOXDiagramDrawingRels2_0.png"/><Relationship Id="rId2" Type="http://schemas.openxmlformats.org/officeDocument/2006/relationships/image" Target="../media/OOXDiagramDrawingRels2_1.svg"/><Relationship Id="rId3" Type="http://schemas.openxmlformats.org/officeDocument/2006/relationships/image" Target="../media/OOXDiagramDrawingRels2_2.png"/><Relationship Id="rId4" Type="http://schemas.openxmlformats.org/officeDocument/2006/relationships/image" Target="../media/OOXDiagramDrawingRels2_3.svg"/><Relationship Id="rId5" Type="http://schemas.openxmlformats.org/officeDocument/2006/relationships/image" Target="../media/OOXDiagramDrawingRels2_4.png"/><Relationship Id="rId6" Type="http://schemas.openxmlformats.org/officeDocument/2006/relationships/image" Target="../media/OOXDiagramDrawingRels2_5.svg"/>
</Relationships>
</file>

<file path=ppt/diagrams/_rels/drawing4.xml.rels><?xml version="1.0" encoding="UTF-8"?>
<Relationships xmlns="http://schemas.openxmlformats.org/package/2006/relationships"><Relationship Id="rId1" Type="http://schemas.openxmlformats.org/officeDocument/2006/relationships/image" Target="../media/OOXDiagramDrawingRels4_0.png"/><Relationship Id="rId2" Type="http://schemas.openxmlformats.org/officeDocument/2006/relationships/image" Target="../media/OOXDiagramDrawingRels4_1.svg"/><Relationship Id="rId3" Type="http://schemas.openxmlformats.org/officeDocument/2006/relationships/image" Target="../media/OOXDiagramDrawingRels4_2.png"/><Relationship Id="rId4" Type="http://schemas.openxmlformats.org/officeDocument/2006/relationships/image" Target="../media/OOXDiagramDrawingRels4_3.svg"/><Relationship Id="rId5" Type="http://schemas.openxmlformats.org/officeDocument/2006/relationships/image" Target="../media/OOXDiagramDrawingRels4_4.png"/><Relationship Id="rId6" Type="http://schemas.openxmlformats.org/officeDocument/2006/relationships/image" Target="../media/OOXDiagramDrawingRels4_5.sv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65B2D8-DA5C-4D94-9C04-4C3443287C5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17855D1-222B-44EE-8A1F-4A798E5E5C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Why? </a:t>
          </a:r>
        </a:p>
      </dgm:t>
    </dgm:pt>
    <dgm:pt modelId="{6EE4E0B5-FD79-4F11-A19F-A46F6D6D5CA9}" type="parTrans" cxnId="{D3EF5DD7-62A1-45DA-8F58-A1F2546A81ED}">
      <dgm:prSet/>
      <dgm:spPr/>
      <dgm:t>
        <a:bodyPr/>
        <a:lstStyle/>
        <a:p>
          <a:endParaRPr lang="en-US"/>
        </a:p>
      </dgm:t>
    </dgm:pt>
    <dgm:pt modelId="{D027C131-6379-4EE1-885B-14805E99370D}" type="sibTrans" cxnId="{D3EF5DD7-62A1-45DA-8F58-A1F2546A81ED}">
      <dgm:prSet/>
      <dgm:spPr/>
      <dgm:t>
        <a:bodyPr/>
        <a:lstStyle/>
        <a:p>
          <a:endParaRPr lang="en-US"/>
        </a:p>
      </dgm:t>
    </dgm:pt>
    <dgm:pt modelId="{3A74C2EC-9613-4C27-994C-559CDE4DDD3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Tools</a:t>
          </a:r>
        </a:p>
      </dgm:t>
    </dgm:pt>
    <dgm:pt modelId="{B8C49290-88C0-4E80-BCE4-6461F122D5EC}" type="parTrans" cxnId="{9013C713-1198-4F4D-98E2-FF6254AB20B2}">
      <dgm:prSet/>
      <dgm:spPr/>
      <dgm:t>
        <a:bodyPr/>
        <a:lstStyle/>
        <a:p>
          <a:endParaRPr lang="en-US"/>
        </a:p>
      </dgm:t>
    </dgm:pt>
    <dgm:pt modelId="{A6DF7AFB-68B1-4401-824F-79C16FE4E7D9}" type="sibTrans" cxnId="{9013C713-1198-4F4D-98E2-FF6254AB20B2}">
      <dgm:prSet/>
      <dgm:spPr/>
      <dgm:t>
        <a:bodyPr/>
        <a:lstStyle/>
        <a:p>
          <a:endParaRPr lang="en-US"/>
        </a:p>
      </dgm:t>
    </dgm:pt>
    <dgm:pt modelId="{AC5863B9-DD5D-4A71-BD53-793A099A13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Process</a:t>
          </a:r>
        </a:p>
      </dgm:t>
    </dgm:pt>
    <dgm:pt modelId="{1B052E47-2026-4FBE-97B2-CA28509C6DEA}" type="parTrans" cxnId="{1BFA7D2A-D4AF-4C44-A1C7-948E90DD9108}">
      <dgm:prSet/>
      <dgm:spPr/>
      <dgm:t>
        <a:bodyPr/>
        <a:lstStyle/>
        <a:p>
          <a:endParaRPr lang="en-US"/>
        </a:p>
      </dgm:t>
    </dgm:pt>
    <dgm:pt modelId="{2211D5F0-947C-48E2-A69F-5BCEA5A22455}" type="sibTrans" cxnId="{1BFA7D2A-D4AF-4C44-A1C7-948E90DD9108}">
      <dgm:prSet/>
      <dgm:spPr/>
      <dgm:t>
        <a:bodyPr/>
        <a:lstStyle/>
        <a:p>
          <a:endParaRPr lang="en-US"/>
        </a:p>
      </dgm:t>
    </dgm:pt>
    <dgm:pt modelId="{30E20CE3-62A2-4009-B25F-4FE6B3A62BF2}" type="pres">
      <dgm:prSet presAssocID="{B265B2D8-DA5C-4D94-9C04-4C3443287C5A}" presName="root" presStyleCnt="0">
        <dgm:presLayoutVars>
          <dgm:dir/>
          <dgm:resizeHandles val="exact"/>
        </dgm:presLayoutVars>
      </dgm:prSet>
      <dgm:spPr/>
    </dgm:pt>
    <dgm:pt modelId="{82B1AC05-F8D2-43C1-9C5B-B2F52B6858ED}" type="pres">
      <dgm:prSet presAssocID="{917855D1-222B-44EE-8A1F-4A798E5E5C4A}" presName="compNode" presStyleCnt="0"/>
      <dgm:spPr/>
    </dgm:pt>
    <dgm:pt modelId="{5277F841-076B-4A39-97C8-FF5ADE5D807B}" type="pres">
      <dgm:prSet presAssocID="{917855D1-222B-44EE-8A1F-4A798E5E5C4A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3B563C1-EA5B-45AD-9374-7C71AFB7F3D0}" type="pres">
      <dgm:prSet presAssocID="{917855D1-222B-44EE-8A1F-4A798E5E5C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9B78F42-BE72-4DD7-9080-E7C72E4D5092}" type="pres">
      <dgm:prSet presAssocID="{917855D1-222B-44EE-8A1F-4A798E5E5C4A}" presName="spaceRect" presStyleCnt="0"/>
      <dgm:spPr/>
    </dgm:pt>
    <dgm:pt modelId="{571979D8-D4D5-4FA5-B985-A3F9FEE5201B}" type="pres">
      <dgm:prSet presAssocID="{917855D1-222B-44EE-8A1F-4A798E5E5C4A}" presName="textRect" presStyleLbl="revTx" presStyleIdx="0" presStyleCnt="3">
        <dgm:presLayoutVars>
          <dgm:chMax val="1"/>
          <dgm:chPref val="1"/>
        </dgm:presLayoutVars>
      </dgm:prSet>
      <dgm:spPr/>
    </dgm:pt>
    <dgm:pt modelId="{EBFDA475-4FEC-4E20-8C6F-3536EFBFC2A8}" type="pres">
      <dgm:prSet presAssocID="{D027C131-6379-4EE1-885B-14805E99370D}" presName="sibTrans" presStyleCnt="0"/>
      <dgm:spPr/>
    </dgm:pt>
    <dgm:pt modelId="{32DA5EE0-8F39-4C6D-B822-83C3E88FAC3E}" type="pres">
      <dgm:prSet presAssocID="{3A74C2EC-9613-4C27-994C-559CDE4DDD39}" presName="compNode" presStyleCnt="0"/>
      <dgm:spPr/>
    </dgm:pt>
    <dgm:pt modelId="{FB8B9199-1E11-4328-BBEA-3CC5BE84C7F4}" type="pres">
      <dgm:prSet presAssocID="{3A74C2EC-9613-4C27-994C-559CDE4DDD39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3D0C71-CF5C-460A-8C1C-04AF9DF6AF86}" type="pres">
      <dgm:prSet presAssocID="{3A74C2EC-9613-4C27-994C-559CDE4DDD3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73F8CE6-667E-4B2A-9517-CA0679126596}" type="pres">
      <dgm:prSet presAssocID="{3A74C2EC-9613-4C27-994C-559CDE4DDD39}" presName="spaceRect" presStyleCnt="0"/>
      <dgm:spPr/>
    </dgm:pt>
    <dgm:pt modelId="{249D6300-4806-4910-97D1-9C1662927EF9}" type="pres">
      <dgm:prSet presAssocID="{3A74C2EC-9613-4C27-994C-559CDE4DDD39}" presName="textRect" presStyleLbl="revTx" presStyleIdx="1" presStyleCnt="3">
        <dgm:presLayoutVars>
          <dgm:chMax val="1"/>
          <dgm:chPref val="1"/>
        </dgm:presLayoutVars>
      </dgm:prSet>
      <dgm:spPr/>
    </dgm:pt>
    <dgm:pt modelId="{225095E1-923B-42D2-8B04-57CAFBCA2DD9}" type="pres">
      <dgm:prSet presAssocID="{A6DF7AFB-68B1-4401-824F-79C16FE4E7D9}" presName="sibTrans" presStyleCnt="0"/>
      <dgm:spPr/>
    </dgm:pt>
    <dgm:pt modelId="{505B0563-A279-4EE4-998B-C9C1DF8ABB62}" type="pres">
      <dgm:prSet presAssocID="{AC5863B9-DD5D-4A71-BD53-793A099A13F7}" presName="compNode" presStyleCnt="0"/>
      <dgm:spPr/>
    </dgm:pt>
    <dgm:pt modelId="{E33FBAE4-BC58-4493-99FD-D3851C24AA27}" type="pres">
      <dgm:prSet presAssocID="{AC5863B9-DD5D-4A71-BD53-793A099A13F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80964B0-64BE-4799-B1DB-F60C369FEBD2}" type="pres">
      <dgm:prSet presAssocID="{AC5863B9-DD5D-4A71-BD53-793A099A13F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65953F6B-271A-4B86-8169-FA4F65FAE082}" type="pres">
      <dgm:prSet presAssocID="{AC5863B9-DD5D-4A71-BD53-793A099A13F7}" presName="spaceRect" presStyleCnt="0"/>
      <dgm:spPr/>
    </dgm:pt>
    <dgm:pt modelId="{22D710F5-D858-4DF1-8BC7-C2A0EF4ECE1E}" type="pres">
      <dgm:prSet presAssocID="{AC5863B9-DD5D-4A71-BD53-793A099A13F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04D7009-E0D9-4E1B-ACF6-3D05A0527362}" type="presOf" srcId="{B265B2D8-DA5C-4D94-9C04-4C3443287C5A}" destId="{30E20CE3-62A2-4009-B25F-4FE6B3A62BF2}" srcOrd="0" destOrd="0" presId="urn:microsoft.com/office/officeart/2018/5/layout/IconLeafLabelList"/>
    <dgm:cxn modelId="{9013C713-1198-4F4D-98E2-FF6254AB20B2}" srcId="{B265B2D8-DA5C-4D94-9C04-4C3443287C5A}" destId="{3A74C2EC-9613-4C27-994C-559CDE4DDD39}" srcOrd="1" destOrd="0" parTransId="{B8C49290-88C0-4E80-BCE4-6461F122D5EC}" sibTransId="{A6DF7AFB-68B1-4401-824F-79C16FE4E7D9}"/>
    <dgm:cxn modelId="{825AA419-00D9-415A-8285-737EB3162786}" type="presOf" srcId="{3A74C2EC-9613-4C27-994C-559CDE4DDD39}" destId="{249D6300-4806-4910-97D1-9C1662927EF9}" srcOrd="0" destOrd="0" presId="urn:microsoft.com/office/officeart/2018/5/layout/IconLeafLabelList"/>
    <dgm:cxn modelId="{1BFA7D2A-D4AF-4C44-A1C7-948E90DD9108}" srcId="{B265B2D8-DA5C-4D94-9C04-4C3443287C5A}" destId="{AC5863B9-DD5D-4A71-BD53-793A099A13F7}" srcOrd="2" destOrd="0" parTransId="{1B052E47-2026-4FBE-97B2-CA28509C6DEA}" sibTransId="{2211D5F0-947C-48E2-A69F-5BCEA5A22455}"/>
    <dgm:cxn modelId="{DC98B478-B945-4C33-B2EF-598E07BA09D6}" type="presOf" srcId="{AC5863B9-DD5D-4A71-BD53-793A099A13F7}" destId="{22D710F5-D858-4DF1-8BC7-C2A0EF4ECE1E}" srcOrd="0" destOrd="0" presId="urn:microsoft.com/office/officeart/2018/5/layout/IconLeafLabelList"/>
    <dgm:cxn modelId="{2F282595-1C71-4146-949E-9AC777C81BAC}" type="presOf" srcId="{917855D1-222B-44EE-8A1F-4A798E5E5C4A}" destId="{571979D8-D4D5-4FA5-B985-A3F9FEE5201B}" srcOrd="0" destOrd="0" presId="urn:microsoft.com/office/officeart/2018/5/layout/IconLeafLabelList"/>
    <dgm:cxn modelId="{D3EF5DD7-62A1-45DA-8F58-A1F2546A81ED}" srcId="{B265B2D8-DA5C-4D94-9C04-4C3443287C5A}" destId="{917855D1-222B-44EE-8A1F-4A798E5E5C4A}" srcOrd="0" destOrd="0" parTransId="{6EE4E0B5-FD79-4F11-A19F-A46F6D6D5CA9}" sibTransId="{D027C131-6379-4EE1-885B-14805E99370D}"/>
    <dgm:cxn modelId="{8B28D9D2-E24B-4167-A238-D9225839065B}" type="presParOf" srcId="{30E20CE3-62A2-4009-B25F-4FE6B3A62BF2}" destId="{82B1AC05-F8D2-43C1-9C5B-B2F52B6858ED}" srcOrd="0" destOrd="0" presId="urn:microsoft.com/office/officeart/2018/5/layout/IconLeafLabelList"/>
    <dgm:cxn modelId="{D3EA740B-CF11-46C4-A302-5DA0504DD47F}" type="presParOf" srcId="{82B1AC05-F8D2-43C1-9C5B-B2F52B6858ED}" destId="{5277F841-076B-4A39-97C8-FF5ADE5D807B}" srcOrd="0" destOrd="0" presId="urn:microsoft.com/office/officeart/2018/5/layout/IconLeafLabelList"/>
    <dgm:cxn modelId="{F1013C7E-54D6-4015-BD87-946C4806840F}" type="presParOf" srcId="{82B1AC05-F8D2-43C1-9C5B-B2F52B6858ED}" destId="{D3B563C1-EA5B-45AD-9374-7C71AFB7F3D0}" srcOrd="1" destOrd="0" presId="urn:microsoft.com/office/officeart/2018/5/layout/IconLeafLabelList"/>
    <dgm:cxn modelId="{C5FAE50D-8E4D-4120-A251-39A431B2FC82}" type="presParOf" srcId="{82B1AC05-F8D2-43C1-9C5B-B2F52B6858ED}" destId="{D9B78F42-BE72-4DD7-9080-E7C72E4D5092}" srcOrd="2" destOrd="0" presId="urn:microsoft.com/office/officeart/2018/5/layout/IconLeafLabelList"/>
    <dgm:cxn modelId="{FAA47E8A-B9ED-4466-9330-61023F2A0ECE}" type="presParOf" srcId="{82B1AC05-F8D2-43C1-9C5B-B2F52B6858ED}" destId="{571979D8-D4D5-4FA5-B985-A3F9FEE5201B}" srcOrd="3" destOrd="0" presId="urn:microsoft.com/office/officeart/2018/5/layout/IconLeafLabelList"/>
    <dgm:cxn modelId="{2DF67327-219D-4727-A98F-13B8A5B775C9}" type="presParOf" srcId="{30E20CE3-62A2-4009-B25F-4FE6B3A62BF2}" destId="{EBFDA475-4FEC-4E20-8C6F-3536EFBFC2A8}" srcOrd="1" destOrd="0" presId="urn:microsoft.com/office/officeart/2018/5/layout/IconLeafLabelList"/>
    <dgm:cxn modelId="{854F5A23-AE15-401F-BAEB-9015448D92C5}" type="presParOf" srcId="{30E20CE3-62A2-4009-B25F-4FE6B3A62BF2}" destId="{32DA5EE0-8F39-4C6D-B822-83C3E88FAC3E}" srcOrd="2" destOrd="0" presId="urn:microsoft.com/office/officeart/2018/5/layout/IconLeafLabelList"/>
    <dgm:cxn modelId="{AC52483A-595B-4AEE-AC91-C7A8289571C5}" type="presParOf" srcId="{32DA5EE0-8F39-4C6D-B822-83C3E88FAC3E}" destId="{FB8B9199-1E11-4328-BBEA-3CC5BE84C7F4}" srcOrd="0" destOrd="0" presId="urn:microsoft.com/office/officeart/2018/5/layout/IconLeafLabelList"/>
    <dgm:cxn modelId="{C55EE35B-7090-4D6D-AC0F-68708882CD11}" type="presParOf" srcId="{32DA5EE0-8F39-4C6D-B822-83C3E88FAC3E}" destId="{8A3D0C71-CF5C-460A-8C1C-04AF9DF6AF86}" srcOrd="1" destOrd="0" presId="urn:microsoft.com/office/officeart/2018/5/layout/IconLeafLabelList"/>
    <dgm:cxn modelId="{753F268C-49D8-4531-ACBD-04C7A546AD7B}" type="presParOf" srcId="{32DA5EE0-8F39-4C6D-B822-83C3E88FAC3E}" destId="{373F8CE6-667E-4B2A-9517-CA0679126596}" srcOrd="2" destOrd="0" presId="urn:microsoft.com/office/officeart/2018/5/layout/IconLeafLabelList"/>
    <dgm:cxn modelId="{10650C08-C96B-412B-BF5F-C5201E1AEEF8}" type="presParOf" srcId="{32DA5EE0-8F39-4C6D-B822-83C3E88FAC3E}" destId="{249D6300-4806-4910-97D1-9C1662927EF9}" srcOrd="3" destOrd="0" presId="urn:microsoft.com/office/officeart/2018/5/layout/IconLeafLabelList"/>
    <dgm:cxn modelId="{47DD7D66-6759-4612-A1D7-D4510315B1F4}" type="presParOf" srcId="{30E20CE3-62A2-4009-B25F-4FE6B3A62BF2}" destId="{225095E1-923B-42D2-8B04-57CAFBCA2DD9}" srcOrd="3" destOrd="0" presId="urn:microsoft.com/office/officeart/2018/5/layout/IconLeafLabelList"/>
    <dgm:cxn modelId="{2895A9A4-F443-4179-B1DD-AE48DA34ACBC}" type="presParOf" srcId="{30E20CE3-62A2-4009-B25F-4FE6B3A62BF2}" destId="{505B0563-A279-4EE4-998B-C9C1DF8ABB62}" srcOrd="4" destOrd="0" presId="urn:microsoft.com/office/officeart/2018/5/layout/IconLeafLabelList"/>
    <dgm:cxn modelId="{C6B85074-7DDA-4816-9477-8974CAEC44F4}" type="presParOf" srcId="{505B0563-A279-4EE4-998B-C9C1DF8ABB62}" destId="{E33FBAE4-BC58-4493-99FD-D3851C24AA27}" srcOrd="0" destOrd="0" presId="urn:microsoft.com/office/officeart/2018/5/layout/IconLeafLabelList"/>
    <dgm:cxn modelId="{E118DE16-2B7A-4D2E-AE9E-11CD937786E7}" type="presParOf" srcId="{505B0563-A279-4EE4-998B-C9C1DF8ABB62}" destId="{280964B0-64BE-4799-B1DB-F60C369FEBD2}" srcOrd="1" destOrd="0" presId="urn:microsoft.com/office/officeart/2018/5/layout/IconLeafLabelList"/>
    <dgm:cxn modelId="{DD9123A6-4303-4CDF-931B-4A397DB6CBF3}" type="presParOf" srcId="{505B0563-A279-4EE4-998B-C9C1DF8ABB62}" destId="{65953F6B-271A-4B86-8169-FA4F65FAE082}" srcOrd="2" destOrd="0" presId="urn:microsoft.com/office/officeart/2018/5/layout/IconLeafLabelList"/>
    <dgm:cxn modelId="{51E698AA-619C-4F74-9C57-50E87EC6B7AF}" type="presParOf" srcId="{505B0563-A279-4EE4-998B-C9C1DF8ABB62}" destId="{22D710F5-D858-4DF1-8BC7-C2A0EF4ECE1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8A297C-0949-4656-96A8-98BE07CBD41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334802E-3E42-4D4E-8EBA-DCBA2C6BEEF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Two virtual machines running from </a:t>
          </a:r>
          <a:r>
            <a:rPr lang="en-GB">
              <a:latin typeface="Aptos Display" panose="020F0302020204030204"/>
            </a:rPr>
            <a:t>VirtualBox</a:t>
          </a:r>
          <a:endParaRPr lang="en-US"/>
        </a:p>
      </dgm:t>
    </dgm:pt>
    <dgm:pt modelId="{E7EA03F1-83C5-4458-A926-6FE1A4AC9296}" type="parTrans" cxnId="{D26B6A63-396D-4F1A-8D2C-832FA7257329}">
      <dgm:prSet/>
      <dgm:spPr/>
      <dgm:t>
        <a:bodyPr/>
        <a:lstStyle/>
        <a:p>
          <a:endParaRPr lang="en-US"/>
        </a:p>
      </dgm:t>
    </dgm:pt>
    <dgm:pt modelId="{FEECB0DE-989C-4AF8-8C9B-FDB9F800E194}" type="sibTrans" cxnId="{D26B6A63-396D-4F1A-8D2C-832FA7257329}">
      <dgm:prSet/>
      <dgm:spPr/>
      <dgm:t>
        <a:bodyPr/>
        <a:lstStyle/>
        <a:p>
          <a:endParaRPr lang="en-US"/>
        </a:p>
      </dgm:t>
    </dgm:pt>
    <dgm:pt modelId="{C6FDA65E-C88B-4198-A8EE-CBCA06A5842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Machine 1: </a:t>
          </a:r>
          <a:r>
            <a:rPr lang="en-GB" err="1"/>
            <a:t>Wazuh</a:t>
          </a:r>
          <a:r>
            <a:rPr lang="en-GB"/>
            <a:t> </a:t>
          </a:r>
          <a:r>
            <a:rPr lang="en-GB">
              <a:latin typeface="Aptos Display" panose="020F0302020204030204"/>
            </a:rPr>
            <a:t>Server</a:t>
          </a:r>
          <a:endParaRPr lang="en-US"/>
        </a:p>
      </dgm:t>
    </dgm:pt>
    <dgm:pt modelId="{C23D5693-7D86-4A10-813D-BA2317C915F7}" type="parTrans" cxnId="{9A53D650-3577-45E0-9510-82FD7E6FEE4A}">
      <dgm:prSet/>
      <dgm:spPr/>
      <dgm:t>
        <a:bodyPr/>
        <a:lstStyle/>
        <a:p>
          <a:endParaRPr lang="en-US"/>
        </a:p>
      </dgm:t>
    </dgm:pt>
    <dgm:pt modelId="{E59517A7-4811-4C6C-B235-2B81C92B7D48}" type="sibTrans" cxnId="{9A53D650-3577-45E0-9510-82FD7E6FEE4A}">
      <dgm:prSet/>
      <dgm:spPr/>
      <dgm:t>
        <a:bodyPr/>
        <a:lstStyle/>
        <a:p>
          <a:endParaRPr lang="en-US"/>
        </a:p>
      </dgm:t>
    </dgm:pt>
    <dgm:pt modelId="{8101B026-AF8B-4169-82A3-0C93CB36DDF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Machine 2: </a:t>
          </a:r>
          <a:r>
            <a:rPr lang="en-GB">
              <a:latin typeface="Aptos Display" panose="020F0302020204030204"/>
            </a:rPr>
            <a:t>Windows 11 w/ </a:t>
          </a:r>
          <a:r>
            <a:rPr lang="en-GB" err="1">
              <a:latin typeface="Aptos Display" panose="020F0302020204030204"/>
            </a:rPr>
            <a:t>Wazuh</a:t>
          </a:r>
          <a:r>
            <a:rPr lang="en-GB">
              <a:latin typeface="Aptos Display" panose="020F0302020204030204"/>
            </a:rPr>
            <a:t> Agent</a:t>
          </a:r>
          <a:endParaRPr lang="en-US"/>
        </a:p>
      </dgm:t>
    </dgm:pt>
    <dgm:pt modelId="{A97DFD63-DC77-4CAA-A03D-6E7D4369E41A}" type="parTrans" cxnId="{163394A1-CF28-4EFC-9247-0ECB548D9172}">
      <dgm:prSet/>
      <dgm:spPr/>
      <dgm:t>
        <a:bodyPr/>
        <a:lstStyle/>
        <a:p>
          <a:endParaRPr lang="en-US"/>
        </a:p>
      </dgm:t>
    </dgm:pt>
    <dgm:pt modelId="{59F91450-F1C9-4525-B43B-F81BB0267D3F}" type="sibTrans" cxnId="{163394A1-CF28-4EFC-9247-0ECB548D9172}">
      <dgm:prSet/>
      <dgm:spPr/>
      <dgm:t>
        <a:bodyPr/>
        <a:lstStyle/>
        <a:p>
          <a:endParaRPr lang="en-US"/>
        </a:p>
      </dgm:t>
    </dgm:pt>
    <dgm:pt modelId="{1CA6EE31-CB8F-4821-81C5-EE4B2F00C3B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err="1"/>
            <a:t>Wazuh</a:t>
          </a:r>
          <a:r>
            <a:rPr lang="en-GB"/>
            <a:t> and Windows Defender for EDR system</a:t>
          </a:r>
          <a:endParaRPr lang="en-US"/>
        </a:p>
      </dgm:t>
    </dgm:pt>
    <dgm:pt modelId="{9AECFE63-89E9-42AC-A79F-DD371E10441B}" type="parTrans" cxnId="{EF2FC1D1-C70B-4FFC-9186-79CF9514C053}">
      <dgm:prSet/>
      <dgm:spPr/>
      <dgm:t>
        <a:bodyPr/>
        <a:lstStyle/>
        <a:p>
          <a:endParaRPr lang="en-US"/>
        </a:p>
      </dgm:t>
    </dgm:pt>
    <dgm:pt modelId="{A4A47813-0F05-400E-966C-CCB8380FC21C}" type="sibTrans" cxnId="{EF2FC1D1-C70B-4FFC-9186-79CF9514C053}">
      <dgm:prSet/>
      <dgm:spPr/>
      <dgm:t>
        <a:bodyPr/>
        <a:lstStyle/>
        <a:p>
          <a:endParaRPr lang="en-US"/>
        </a:p>
      </dgm:t>
    </dgm:pt>
    <dgm:pt modelId="{271A9C0D-010B-4312-8505-33CC26B98C2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err="1"/>
            <a:t>AttackIQ</a:t>
          </a:r>
          <a:r>
            <a:rPr lang="en-GB"/>
            <a:t> Flex for Attack </a:t>
          </a:r>
          <a:r>
            <a:rPr lang="en-GB">
              <a:latin typeface="Aptos Display" panose="020F0302020204030204"/>
            </a:rPr>
            <a:t>simulator</a:t>
          </a:r>
          <a:endParaRPr lang="en-US"/>
        </a:p>
      </dgm:t>
    </dgm:pt>
    <dgm:pt modelId="{0D3F15E9-AF8F-4EBB-8A1B-1E72E0CD2AD8}" type="parTrans" cxnId="{01773641-68A2-4611-8C98-B642E3D6911A}">
      <dgm:prSet/>
      <dgm:spPr/>
      <dgm:t>
        <a:bodyPr/>
        <a:lstStyle/>
        <a:p>
          <a:endParaRPr lang="en-US"/>
        </a:p>
      </dgm:t>
    </dgm:pt>
    <dgm:pt modelId="{79D0CA69-6417-4A78-9299-44ACF242D120}" type="sibTrans" cxnId="{01773641-68A2-4611-8C98-B642E3D6911A}">
      <dgm:prSet/>
      <dgm:spPr/>
      <dgm:t>
        <a:bodyPr/>
        <a:lstStyle/>
        <a:p>
          <a:endParaRPr lang="en-US"/>
        </a:p>
      </dgm:t>
    </dgm:pt>
    <dgm:pt modelId="{BA47F42D-EA8E-417E-87C9-7677291A86B5}" type="pres">
      <dgm:prSet presAssocID="{918A297C-0949-4656-96A8-98BE07CBD41B}" presName="root" presStyleCnt="0">
        <dgm:presLayoutVars>
          <dgm:dir/>
          <dgm:resizeHandles val="exact"/>
        </dgm:presLayoutVars>
      </dgm:prSet>
      <dgm:spPr/>
    </dgm:pt>
    <dgm:pt modelId="{14550D66-90FF-49A2-910D-56801479ADA4}" type="pres">
      <dgm:prSet presAssocID="{E334802E-3E42-4D4E-8EBA-DCBA2C6BEEF7}" presName="compNode" presStyleCnt="0"/>
      <dgm:spPr/>
    </dgm:pt>
    <dgm:pt modelId="{4E839F67-52C5-45C1-BF2E-B4FD0517EBE6}" type="pres">
      <dgm:prSet presAssocID="{E334802E-3E42-4D4E-8EBA-DCBA2C6BEEF7}" presName="bgRect" presStyleLbl="bgShp" presStyleIdx="0" presStyleCnt="3"/>
      <dgm:spPr/>
    </dgm:pt>
    <dgm:pt modelId="{47F7E4FB-8990-46B7-8D5A-0394D047ADA3}" type="pres">
      <dgm:prSet presAssocID="{E334802E-3E42-4D4E-8EBA-DCBA2C6BEE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5A89DB6-B10A-4EAA-AA39-DB202D53C5F0}" type="pres">
      <dgm:prSet presAssocID="{E334802E-3E42-4D4E-8EBA-DCBA2C6BEEF7}" presName="spaceRect" presStyleCnt="0"/>
      <dgm:spPr/>
    </dgm:pt>
    <dgm:pt modelId="{241DC6A7-BF2C-443F-9956-100B75D7C0FF}" type="pres">
      <dgm:prSet presAssocID="{E334802E-3E42-4D4E-8EBA-DCBA2C6BEEF7}" presName="parTx" presStyleLbl="revTx" presStyleIdx="0" presStyleCnt="4">
        <dgm:presLayoutVars>
          <dgm:chMax val="0"/>
          <dgm:chPref val="0"/>
        </dgm:presLayoutVars>
      </dgm:prSet>
      <dgm:spPr/>
    </dgm:pt>
    <dgm:pt modelId="{23737036-6B57-4A81-B790-9508568175C1}" type="pres">
      <dgm:prSet presAssocID="{E334802E-3E42-4D4E-8EBA-DCBA2C6BEEF7}" presName="desTx" presStyleLbl="revTx" presStyleIdx="1" presStyleCnt="4">
        <dgm:presLayoutVars/>
      </dgm:prSet>
      <dgm:spPr/>
    </dgm:pt>
    <dgm:pt modelId="{0911C6F0-2F49-418D-93CE-1882DA155B1A}" type="pres">
      <dgm:prSet presAssocID="{FEECB0DE-989C-4AF8-8C9B-FDB9F800E194}" presName="sibTrans" presStyleCnt="0"/>
      <dgm:spPr/>
    </dgm:pt>
    <dgm:pt modelId="{777698A0-5B21-421B-B08F-CD70D5DEB2D8}" type="pres">
      <dgm:prSet presAssocID="{1CA6EE31-CB8F-4821-81C5-EE4B2F00C3BB}" presName="compNode" presStyleCnt="0"/>
      <dgm:spPr/>
    </dgm:pt>
    <dgm:pt modelId="{766ABDFF-D90D-4111-AE6C-4AB2895A9B91}" type="pres">
      <dgm:prSet presAssocID="{1CA6EE31-CB8F-4821-81C5-EE4B2F00C3BB}" presName="bgRect" presStyleLbl="bgShp" presStyleIdx="1" presStyleCnt="3"/>
      <dgm:spPr/>
    </dgm:pt>
    <dgm:pt modelId="{33DE2CE3-1B06-4F63-8832-11212DA697ED}" type="pres">
      <dgm:prSet presAssocID="{1CA6EE31-CB8F-4821-81C5-EE4B2F00C3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 outline"/>
        </a:ext>
      </dgm:extLst>
    </dgm:pt>
    <dgm:pt modelId="{90D016C2-7E76-4CDE-AF8C-A0439286CF8E}" type="pres">
      <dgm:prSet presAssocID="{1CA6EE31-CB8F-4821-81C5-EE4B2F00C3BB}" presName="spaceRect" presStyleCnt="0"/>
      <dgm:spPr/>
    </dgm:pt>
    <dgm:pt modelId="{77654CF9-8CED-45BC-B83C-199DAE4C08B1}" type="pres">
      <dgm:prSet presAssocID="{1CA6EE31-CB8F-4821-81C5-EE4B2F00C3BB}" presName="parTx" presStyleLbl="revTx" presStyleIdx="2" presStyleCnt="4">
        <dgm:presLayoutVars>
          <dgm:chMax val="0"/>
          <dgm:chPref val="0"/>
        </dgm:presLayoutVars>
      </dgm:prSet>
      <dgm:spPr/>
    </dgm:pt>
    <dgm:pt modelId="{DE4BC45A-A476-4096-86DA-7217A75CC1D3}" type="pres">
      <dgm:prSet presAssocID="{A4A47813-0F05-400E-966C-CCB8380FC21C}" presName="sibTrans" presStyleCnt="0"/>
      <dgm:spPr/>
    </dgm:pt>
    <dgm:pt modelId="{7109E1CB-A155-49C0-ADA4-3B886FFF19F9}" type="pres">
      <dgm:prSet presAssocID="{271A9C0D-010B-4312-8505-33CC26B98C24}" presName="compNode" presStyleCnt="0"/>
      <dgm:spPr/>
    </dgm:pt>
    <dgm:pt modelId="{776EE3BC-52B1-4FF8-B68A-A38093AEE5FF}" type="pres">
      <dgm:prSet presAssocID="{271A9C0D-010B-4312-8505-33CC26B98C24}" presName="bgRect" presStyleLbl="bgShp" presStyleIdx="2" presStyleCnt="3"/>
      <dgm:spPr/>
    </dgm:pt>
    <dgm:pt modelId="{389FED7C-4BD7-45FB-9A9A-D44957518533}" type="pres">
      <dgm:prSet presAssocID="{271A9C0D-010B-4312-8505-33CC26B98C2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tle with solid fill"/>
        </a:ext>
      </dgm:extLst>
    </dgm:pt>
    <dgm:pt modelId="{63B8D607-1CB6-4D91-B27B-8FF8A2D80E7A}" type="pres">
      <dgm:prSet presAssocID="{271A9C0D-010B-4312-8505-33CC26B98C24}" presName="spaceRect" presStyleCnt="0"/>
      <dgm:spPr/>
    </dgm:pt>
    <dgm:pt modelId="{2FD74653-2D34-4EEC-BAB0-75DB27D69B2F}" type="pres">
      <dgm:prSet presAssocID="{271A9C0D-010B-4312-8505-33CC26B98C2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A044106-C8B8-41A5-8BCD-3214E9EB7306}" type="presOf" srcId="{E334802E-3E42-4D4E-8EBA-DCBA2C6BEEF7}" destId="{241DC6A7-BF2C-443F-9956-100B75D7C0FF}" srcOrd="0" destOrd="0" presId="urn:microsoft.com/office/officeart/2018/2/layout/IconVerticalSolidList"/>
    <dgm:cxn modelId="{075A6A24-3E45-45CB-A16F-AED732C2A9A6}" type="presOf" srcId="{918A297C-0949-4656-96A8-98BE07CBD41B}" destId="{BA47F42D-EA8E-417E-87C9-7677291A86B5}" srcOrd="0" destOrd="0" presId="urn:microsoft.com/office/officeart/2018/2/layout/IconVerticalSolidList"/>
    <dgm:cxn modelId="{01773641-68A2-4611-8C98-B642E3D6911A}" srcId="{918A297C-0949-4656-96A8-98BE07CBD41B}" destId="{271A9C0D-010B-4312-8505-33CC26B98C24}" srcOrd="2" destOrd="0" parTransId="{0D3F15E9-AF8F-4EBB-8A1B-1E72E0CD2AD8}" sibTransId="{79D0CA69-6417-4A78-9299-44ACF242D120}"/>
    <dgm:cxn modelId="{D26B6A63-396D-4F1A-8D2C-832FA7257329}" srcId="{918A297C-0949-4656-96A8-98BE07CBD41B}" destId="{E334802E-3E42-4D4E-8EBA-DCBA2C6BEEF7}" srcOrd="0" destOrd="0" parTransId="{E7EA03F1-83C5-4458-A926-6FE1A4AC9296}" sibTransId="{FEECB0DE-989C-4AF8-8C9B-FDB9F800E194}"/>
    <dgm:cxn modelId="{0FB4F348-599A-40EC-AC9B-F1EBD3FCF719}" type="presOf" srcId="{271A9C0D-010B-4312-8505-33CC26B98C24}" destId="{2FD74653-2D34-4EEC-BAB0-75DB27D69B2F}" srcOrd="0" destOrd="0" presId="urn:microsoft.com/office/officeart/2018/2/layout/IconVerticalSolidList"/>
    <dgm:cxn modelId="{9A53D650-3577-45E0-9510-82FD7E6FEE4A}" srcId="{E334802E-3E42-4D4E-8EBA-DCBA2C6BEEF7}" destId="{C6FDA65E-C88B-4198-A8EE-CBCA06A58426}" srcOrd="0" destOrd="0" parTransId="{C23D5693-7D86-4A10-813D-BA2317C915F7}" sibTransId="{E59517A7-4811-4C6C-B235-2B81C92B7D48}"/>
    <dgm:cxn modelId="{20DE718C-4DF3-405A-91C7-B9709054FB9A}" type="presOf" srcId="{1CA6EE31-CB8F-4821-81C5-EE4B2F00C3BB}" destId="{77654CF9-8CED-45BC-B83C-199DAE4C08B1}" srcOrd="0" destOrd="0" presId="urn:microsoft.com/office/officeart/2018/2/layout/IconVerticalSolidList"/>
    <dgm:cxn modelId="{51454E97-31AE-41AF-A5FB-C525815B2B77}" type="presOf" srcId="{C6FDA65E-C88B-4198-A8EE-CBCA06A58426}" destId="{23737036-6B57-4A81-B790-9508568175C1}" srcOrd="0" destOrd="0" presId="urn:microsoft.com/office/officeart/2018/2/layout/IconVerticalSolidList"/>
    <dgm:cxn modelId="{163394A1-CF28-4EFC-9247-0ECB548D9172}" srcId="{E334802E-3E42-4D4E-8EBA-DCBA2C6BEEF7}" destId="{8101B026-AF8B-4169-82A3-0C93CB36DDFB}" srcOrd="1" destOrd="0" parTransId="{A97DFD63-DC77-4CAA-A03D-6E7D4369E41A}" sibTransId="{59F91450-F1C9-4525-B43B-F81BB0267D3F}"/>
    <dgm:cxn modelId="{EF2FC1D1-C70B-4FFC-9186-79CF9514C053}" srcId="{918A297C-0949-4656-96A8-98BE07CBD41B}" destId="{1CA6EE31-CB8F-4821-81C5-EE4B2F00C3BB}" srcOrd="1" destOrd="0" parTransId="{9AECFE63-89E9-42AC-A79F-DD371E10441B}" sibTransId="{A4A47813-0F05-400E-966C-CCB8380FC21C}"/>
    <dgm:cxn modelId="{59DD3EE3-7C8F-4FA5-A2A3-27E55B01A975}" type="presOf" srcId="{8101B026-AF8B-4169-82A3-0C93CB36DDFB}" destId="{23737036-6B57-4A81-B790-9508568175C1}" srcOrd="0" destOrd="1" presId="urn:microsoft.com/office/officeart/2018/2/layout/IconVerticalSolidList"/>
    <dgm:cxn modelId="{46932F58-E54C-428D-B90A-BDFAF812B8AF}" type="presParOf" srcId="{BA47F42D-EA8E-417E-87C9-7677291A86B5}" destId="{14550D66-90FF-49A2-910D-56801479ADA4}" srcOrd="0" destOrd="0" presId="urn:microsoft.com/office/officeart/2018/2/layout/IconVerticalSolidList"/>
    <dgm:cxn modelId="{A4FE96C0-F895-4A8E-9E09-7A0E863FD8EC}" type="presParOf" srcId="{14550D66-90FF-49A2-910D-56801479ADA4}" destId="{4E839F67-52C5-45C1-BF2E-B4FD0517EBE6}" srcOrd="0" destOrd="0" presId="urn:microsoft.com/office/officeart/2018/2/layout/IconVerticalSolidList"/>
    <dgm:cxn modelId="{7FDA9CB1-767B-4B15-A99D-61FCAE8FA613}" type="presParOf" srcId="{14550D66-90FF-49A2-910D-56801479ADA4}" destId="{47F7E4FB-8990-46B7-8D5A-0394D047ADA3}" srcOrd="1" destOrd="0" presId="urn:microsoft.com/office/officeart/2018/2/layout/IconVerticalSolidList"/>
    <dgm:cxn modelId="{DC3C79A6-8652-412E-968F-13A12B4DDC62}" type="presParOf" srcId="{14550D66-90FF-49A2-910D-56801479ADA4}" destId="{15A89DB6-B10A-4EAA-AA39-DB202D53C5F0}" srcOrd="2" destOrd="0" presId="urn:microsoft.com/office/officeart/2018/2/layout/IconVerticalSolidList"/>
    <dgm:cxn modelId="{6F365E33-3FD2-4172-AF8A-84DC5306B8EE}" type="presParOf" srcId="{14550D66-90FF-49A2-910D-56801479ADA4}" destId="{241DC6A7-BF2C-443F-9956-100B75D7C0FF}" srcOrd="3" destOrd="0" presId="urn:microsoft.com/office/officeart/2018/2/layout/IconVerticalSolidList"/>
    <dgm:cxn modelId="{FEA28D30-210E-4457-A296-D81242608861}" type="presParOf" srcId="{14550D66-90FF-49A2-910D-56801479ADA4}" destId="{23737036-6B57-4A81-B790-9508568175C1}" srcOrd="4" destOrd="0" presId="urn:microsoft.com/office/officeart/2018/2/layout/IconVerticalSolidList"/>
    <dgm:cxn modelId="{8E04B516-2BAC-430D-B039-67F61F499E77}" type="presParOf" srcId="{BA47F42D-EA8E-417E-87C9-7677291A86B5}" destId="{0911C6F0-2F49-418D-93CE-1882DA155B1A}" srcOrd="1" destOrd="0" presId="urn:microsoft.com/office/officeart/2018/2/layout/IconVerticalSolidList"/>
    <dgm:cxn modelId="{13090324-4BF9-4A4C-A88B-7D814CEA798D}" type="presParOf" srcId="{BA47F42D-EA8E-417E-87C9-7677291A86B5}" destId="{777698A0-5B21-421B-B08F-CD70D5DEB2D8}" srcOrd="2" destOrd="0" presId="urn:microsoft.com/office/officeart/2018/2/layout/IconVerticalSolidList"/>
    <dgm:cxn modelId="{4166FB2B-82EA-46F0-9DC2-FA639C836723}" type="presParOf" srcId="{777698A0-5B21-421B-B08F-CD70D5DEB2D8}" destId="{766ABDFF-D90D-4111-AE6C-4AB2895A9B91}" srcOrd="0" destOrd="0" presId="urn:microsoft.com/office/officeart/2018/2/layout/IconVerticalSolidList"/>
    <dgm:cxn modelId="{EFE67B52-01AA-41DB-B501-763EF115DE67}" type="presParOf" srcId="{777698A0-5B21-421B-B08F-CD70D5DEB2D8}" destId="{33DE2CE3-1B06-4F63-8832-11212DA697ED}" srcOrd="1" destOrd="0" presId="urn:microsoft.com/office/officeart/2018/2/layout/IconVerticalSolidList"/>
    <dgm:cxn modelId="{940F483D-F7D1-4BCC-9430-402728E72540}" type="presParOf" srcId="{777698A0-5B21-421B-B08F-CD70D5DEB2D8}" destId="{90D016C2-7E76-4CDE-AF8C-A0439286CF8E}" srcOrd="2" destOrd="0" presId="urn:microsoft.com/office/officeart/2018/2/layout/IconVerticalSolidList"/>
    <dgm:cxn modelId="{D6A4254D-68CF-4183-997B-F89D1AD6A08E}" type="presParOf" srcId="{777698A0-5B21-421B-B08F-CD70D5DEB2D8}" destId="{77654CF9-8CED-45BC-B83C-199DAE4C08B1}" srcOrd="3" destOrd="0" presId="urn:microsoft.com/office/officeart/2018/2/layout/IconVerticalSolidList"/>
    <dgm:cxn modelId="{02944C4A-BDF9-4020-A44D-C0847160D5DA}" type="presParOf" srcId="{BA47F42D-EA8E-417E-87C9-7677291A86B5}" destId="{DE4BC45A-A476-4096-86DA-7217A75CC1D3}" srcOrd="3" destOrd="0" presId="urn:microsoft.com/office/officeart/2018/2/layout/IconVerticalSolidList"/>
    <dgm:cxn modelId="{7FD1067C-CAEE-4219-8A4A-A3518B876C8F}" type="presParOf" srcId="{BA47F42D-EA8E-417E-87C9-7677291A86B5}" destId="{7109E1CB-A155-49C0-ADA4-3B886FFF19F9}" srcOrd="4" destOrd="0" presId="urn:microsoft.com/office/officeart/2018/2/layout/IconVerticalSolidList"/>
    <dgm:cxn modelId="{73CB2681-B415-46AE-AA36-6B66B675F7E1}" type="presParOf" srcId="{7109E1CB-A155-49C0-ADA4-3B886FFF19F9}" destId="{776EE3BC-52B1-4FF8-B68A-A38093AEE5FF}" srcOrd="0" destOrd="0" presId="urn:microsoft.com/office/officeart/2018/2/layout/IconVerticalSolidList"/>
    <dgm:cxn modelId="{3D35242D-877D-478B-83DB-CDFA9397B4E8}" type="presParOf" srcId="{7109E1CB-A155-49C0-ADA4-3B886FFF19F9}" destId="{389FED7C-4BD7-45FB-9A9A-D44957518533}" srcOrd="1" destOrd="0" presId="urn:microsoft.com/office/officeart/2018/2/layout/IconVerticalSolidList"/>
    <dgm:cxn modelId="{8B70E422-3A6D-4A93-86CB-9BBAEA631906}" type="presParOf" srcId="{7109E1CB-A155-49C0-ADA4-3B886FFF19F9}" destId="{63B8D607-1CB6-4D91-B27B-8FF8A2D80E7A}" srcOrd="2" destOrd="0" presId="urn:microsoft.com/office/officeart/2018/2/layout/IconVerticalSolidList"/>
    <dgm:cxn modelId="{9BDA4E98-027C-46E0-BA39-58F16CD98F91}" type="presParOf" srcId="{7109E1CB-A155-49C0-ADA4-3B886FFF19F9}" destId="{2FD74653-2D34-4EEC-BAB0-75DB27D69B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3C9229-3AF7-406F-B0BD-ED64EB07C6A6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67EDAC8-E116-47AA-AEE6-64AFA7EF66B7}">
      <dgm:prSet/>
      <dgm:spPr/>
      <dgm:t>
        <a:bodyPr/>
        <a:lstStyle/>
        <a:p>
          <a:r>
            <a:rPr lang="en-US">
              <a:latin typeface="Aptos Display" panose="020F0302020204030204"/>
            </a:rPr>
            <a:t>Send</a:t>
          </a:r>
          <a:endParaRPr lang="en-US"/>
        </a:p>
      </dgm:t>
    </dgm:pt>
    <dgm:pt modelId="{6FEB5A11-C2CF-49BD-A65E-B8C7BBB84613}" type="parTrans" cxnId="{CF7A3111-4899-478B-82F5-527FB1733441}">
      <dgm:prSet/>
      <dgm:spPr/>
      <dgm:t>
        <a:bodyPr/>
        <a:lstStyle/>
        <a:p>
          <a:endParaRPr lang="en-US"/>
        </a:p>
      </dgm:t>
    </dgm:pt>
    <dgm:pt modelId="{16E83043-8BB8-43DE-BCD5-A32EA78B4E60}" type="sibTrans" cxnId="{CF7A3111-4899-478B-82F5-527FB1733441}">
      <dgm:prSet/>
      <dgm:spPr/>
      <dgm:t>
        <a:bodyPr/>
        <a:lstStyle/>
        <a:p>
          <a:endParaRPr lang="en-US"/>
        </a:p>
      </dgm:t>
    </dgm:pt>
    <dgm:pt modelId="{840E21B5-27EC-461B-A23B-72CED82E4220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 Send Windows Defender logs to Wazuh Server</a:t>
          </a:r>
          <a:endParaRPr lang="en-US"/>
        </a:p>
      </dgm:t>
    </dgm:pt>
    <dgm:pt modelId="{B6F4BFED-381B-4A3C-B089-AAE41B7E0689}" type="parTrans" cxnId="{55C71EA0-260C-4323-B55D-D87F1DE0FEBF}">
      <dgm:prSet/>
      <dgm:spPr/>
      <dgm:t>
        <a:bodyPr/>
        <a:lstStyle/>
        <a:p>
          <a:endParaRPr lang="en-US"/>
        </a:p>
      </dgm:t>
    </dgm:pt>
    <dgm:pt modelId="{CC285337-B4AE-480C-90E2-8FBB71AC2882}" type="sibTrans" cxnId="{55C71EA0-260C-4323-B55D-D87F1DE0FEBF}">
      <dgm:prSet/>
      <dgm:spPr/>
      <dgm:t>
        <a:bodyPr/>
        <a:lstStyle/>
        <a:p>
          <a:endParaRPr lang="en-US"/>
        </a:p>
      </dgm:t>
    </dgm:pt>
    <dgm:pt modelId="{5AC7251F-5D01-44F7-A1FF-BA9DDE2603FA}">
      <dgm:prSet/>
      <dgm:spPr/>
      <dgm:t>
        <a:bodyPr/>
        <a:lstStyle/>
        <a:p>
          <a:r>
            <a:rPr lang="en-US"/>
            <a:t>Run</a:t>
          </a:r>
        </a:p>
      </dgm:t>
    </dgm:pt>
    <dgm:pt modelId="{D2FBDCCB-283B-4CF0-9427-CB5426431E41}" type="parTrans" cxnId="{4939E05E-7FAC-49FA-9ED5-33EB55A2ED99}">
      <dgm:prSet/>
      <dgm:spPr/>
      <dgm:t>
        <a:bodyPr/>
        <a:lstStyle/>
        <a:p>
          <a:endParaRPr lang="en-US"/>
        </a:p>
      </dgm:t>
    </dgm:pt>
    <dgm:pt modelId="{7D44E9A4-D18D-460F-99E4-C69A260EF13C}" type="sibTrans" cxnId="{4939E05E-7FAC-49FA-9ED5-33EB55A2ED99}">
      <dgm:prSet/>
      <dgm:spPr/>
      <dgm:t>
        <a:bodyPr/>
        <a:lstStyle/>
        <a:p>
          <a:endParaRPr lang="en-US"/>
        </a:p>
      </dgm:t>
    </dgm:pt>
    <dgm:pt modelId="{11C1F48D-80DD-4CDB-BDA7-5DB231A8AFC2}">
      <dgm:prSet/>
      <dgm:spPr/>
      <dgm:t>
        <a:bodyPr/>
        <a:lstStyle/>
        <a:p>
          <a:r>
            <a:rPr lang="en-US"/>
            <a:t>Run simulation with </a:t>
          </a:r>
          <a:r>
            <a:rPr lang="en-US" err="1"/>
            <a:t>AttackIQ</a:t>
          </a:r>
          <a:r>
            <a:rPr lang="en-US"/>
            <a:t> Flex</a:t>
          </a:r>
        </a:p>
      </dgm:t>
    </dgm:pt>
    <dgm:pt modelId="{5F97CD01-92BE-4A18-BEB6-EFD132ADB028}" type="parTrans" cxnId="{D0A21726-7AC7-4017-BF79-46351EC6DF88}">
      <dgm:prSet/>
      <dgm:spPr/>
      <dgm:t>
        <a:bodyPr/>
        <a:lstStyle/>
        <a:p>
          <a:endParaRPr lang="en-US"/>
        </a:p>
      </dgm:t>
    </dgm:pt>
    <dgm:pt modelId="{70756FD3-9760-4316-AD3C-E0854876E8DD}" type="sibTrans" cxnId="{D0A21726-7AC7-4017-BF79-46351EC6DF88}">
      <dgm:prSet/>
      <dgm:spPr/>
      <dgm:t>
        <a:bodyPr/>
        <a:lstStyle/>
        <a:p>
          <a:endParaRPr lang="en-US"/>
        </a:p>
      </dgm:t>
    </dgm:pt>
    <dgm:pt modelId="{291397F6-04BB-40C7-914C-4E4540F4CE8D}">
      <dgm:prSet/>
      <dgm:spPr/>
      <dgm:t>
        <a:bodyPr/>
        <a:lstStyle/>
        <a:p>
          <a:r>
            <a:rPr lang="en-US"/>
            <a:t>Check</a:t>
          </a:r>
        </a:p>
      </dgm:t>
    </dgm:pt>
    <dgm:pt modelId="{BD80CF43-5B0A-4A9D-8986-E5941821C5DB}" type="parTrans" cxnId="{4E90291E-EC1F-49B4-9BC4-18E38C8C8A23}">
      <dgm:prSet/>
      <dgm:spPr/>
      <dgm:t>
        <a:bodyPr/>
        <a:lstStyle/>
        <a:p>
          <a:endParaRPr lang="en-US"/>
        </a:p>
      </dgm:t>
    </dgm:pt>
    <dgm:pt modelId="{3F3A8198-3D20-44F3-A9EF-831B94C7A7F3}" type="sibTrans" cxnId="{4E90291E-EC1F-49B4-9BC4-18E38C8C8A23}">
      <dgm:prSet/>
      <dgm:spPr/>
      <dgm:t>
        <a:bodyPr/>
        <a:lstStyle/>
        <a:p>
          <a:endParaRPr lang="en-US"/>
        </a:p>
      </dgm:t>
    </dgm:pt>
    <dgm:pt modelId="{F94EDEB2-DD26-4E50-A9EF-889638F6B374}">
      <dgm:prSet/>
      <dgm:spPr/>
      <dgm:t>
        <a:bodyPr/>
        <a:lstStyle/>
        <a:p>
          <a:r>
            <a:rPr lang="en-US"/>
            <a:t>Check alerts within </a:t>
          </a:r>
          <a:r>
            <a:rPr lang="en-US" err="1"/>
            <a:t>Wazuh</a:t>
          </a:r>
          <a:endParaRPr lang="en-US"/>
        </a:p>
      </dgm:t>
    </dgm:pt>
    <dgm:pt modelId="{4F1687BC-34F0-44DA-B86C-53D9008D0A86}" type="parTrans" cxnId="{BF5B6368-23F7-4761-A6A4-B5F8CC8058BA}">
      <dgm:prSet/>
      <dgm:spPr/>
      <dgm:t>
        <a:bodyPr/>
        <a:lstStyle/>
        <a:p>
          <a:endParaRPr lang="en-US"/>
        </a:p>
      </dgm:t>
    </dgm:pt>
    <dgm:pt modelId="{C56C3764-A852-4CE2-B31F-DFC63123BCED}" type="sibTrans" cxnId="{BF5B6368-23F7-4761-A6A4-B5F8CC8058BA}">
      <dgm:prSet/>
      <dgm:spPr/>
      <dgm:t>
        <a:bodyPr/>
        <a:lstStyle/>
        <a:p>
          <a:endParaRPr lang="en-US"/>
        </a:p>
      </dgm:t>
    </dgm:pt>
    <dgm:pt modelId="{6FAC0077-ACAA-490F-947E-067EE834716A}">
      <dgm:prSet/>
      <dgm:spPr/>
      <dgm:t>
        <a:bodyPr/>
        <a:lstStyle/>
        <a:p>
          <a:r>
            <a:rPr lang="en-US"/>
            <a:t>Check</a:t>
          </a:r>
        </a:p>
      </dgm:t>
    </dgm:pt>
    <dgm:pt modelId="{2360D96B-C571-4331-BF1F-9A06229F376C}" type="parTrans" cxnId="{AA2FFD57-CB13-4FCC-9297-D5F4AF46B8BF}">
      <dgm:prSet/>
      <dgm:spPr/>
      <dgm:t>
        <a:bodyPr/>
        <a:lstStyle/>
        <a:p>
          <a:endParaRPr lang="en-US"/>
        </a:p>
      </dgm:t>
    </dgm:pt>
    <dgm:pt modelId="{D547BA3C-0DCD-4126-B937-F877AF33F44B}" type="sibTrans" cxnId="{AA2FFD57-CB13-4FCC-9297-D5F4AF46B8BF}">
      <dgm:prSet/>
      <dgm:spPr/>
      <dgm:t>
        <a:bodyPr/>
        <a:lstStyle/>
        <a:p>
          <a:endParaRPr lang="en-US"/>
        </a:p>
      </dgm:t>
    </dgm:pt>
    <dgm:pt modelId="{6493B4D1-B18A-4B6E-BF84-E1731E0BBC65}">
      <dgm:prSet/>
      <dgm:spPr/>
      <dgm:t>
        <a:bodyPr/>
        <a:lstStyle/>
        <a:p>
          <a:r>
            <a:rPr lang="en-US"/>
            <a:t>Check the </a:t>
          </a:r>
          <a:r>
            <a:rPr lang="en-US" err="1"/>
            <a:t>AttackIQ</a:t>
          </a:r>
          <a:r>
            <a:rPr lang="en-US"/>
            <a:t> Flex report</a:t>
          </a:r>
        </a:p>
      </dgm:t>
    </dgm:pt>
    <dgm:pt modelId="{76AEDF27-FC75-4D1E-8BA8-5F77E4D8F63D}" type="parTrans" cxnId="{00F09BB9-28C9-4A84-8E3E-D162426A5844}">
      <dgm:prSet/>
      <dgm:spPr/>
      <dgm:t>
        <a:bodyPr/>
        <a:lstStyle/>
        <a:p>
          <a:endParaRPr lang="en-US"/>
        </a:p>
      </dgm:t>
    </dgm:pt>
    <dgm:pt modelId="{4F2E0BED-3203-414E-9703-EDB3D82B0F01}" type="sibTrans" cxnId="{00F09BB9-28C9-4A84-8E3E-D162426A5844}">
      <dgm:prSet/>
      <dgm:spPr/>
      <dgm:t>
        <a:bodyPr/>
        <a:lstStyle/>
        <a:p>
          <a:endParaRPr lang="en-US"/>
        </a:p>
      </dgm:t>
    </dgm:pt>
    <dgm:pt modelId="{39EC9A41-B66B-4A18-B8B9-451D9FD75BEF}" type="pres">
      <dgm:prSet presAssocID="{E13C9229-3AF7-406F-B0BD-ED64EB07C6A6}" presName="Name0" presStyleCnt="0">
        <dgm:presLayoutVars>
          <dgm:dir/>
          <dgm:animLvl val="lvl"/>
          <dgm:resizeHandles val="exact"/>
        </dgm:presLayoutVars>
      </dgm:prSet>
      <dgm:spPr/>
    </dgm:pt>
    <dgm:pt modelId="{C6B1F427-6702-42B9-9B17-A96E0C5DE86E}" type="pres">
      <dgm:prSet presAssocID="{6FAC0077-ACAA-490F-947E-067EE834716A}" presName="boxAndChildren" presStyleCnt="0"/>
      <dgm:spPr/>
    </dgm:pt>
    <dgm:pt modelId="{6807499F-D5DC-41D4-877C-DA0D4C6F8A12}" type="pres">
      <dgm:prSet presAssocID="{6FAC0077-ACAA-490F-947E-067EE834716A}" presName="parentTextBox" presStyleLbl="alignNode1" presStyleIdx="0" presStyleCnt="4"/>
      <dgm:spPr/>
    </dgm:pt>
    <dgm:pt modelId="{7ACD93F0-D15B-44D4-A56A-2388F1B87355}" type="pres">
      <dgm:prSet presAssocID="{6FAC0077-ACAA-490F-947E-067EE834716A}" presName="descendantBox" presStyleLbl="bgAccFollowNode1" presStyleIdx="0" presStyleCnt="4"/>
      <dgm:spPr/>
    </dgm:pt>
    <dgm:pt modelId="{6B45ACB1-2255-4507-B20A-8257E6605670}" type="pres">
      <dgm:prSet presAssocID="{3F3A8198-3D20-44F3-A9EF-831B94C7A7F3}" presName="sp" presStyleCnt="0"/>
      <dgm:spPr/>
    </dgm:pt>
    <dgm:pt modelId="{CBDF4ABD-5A24-4856-8C30-6B519506A12B}" type="pres">
      <dgm:prSet presAssocID="{291397F6-04BB-40C7-914C-4E4540F4CE8D}" presName="arrowAndChildren" presStyleCnt="0"/>
      <dgm:spPr/>
    </dgm:pt>
    <dgm:pt modelId="{5CFF159A-A34B-4FE3-B6F0-70F02B888D63}" type="pres">
      <dgm:prSet presAssocID="{291397F6-04BB-40C7-914C-4E4540F4CE8D}" presName="parentTextArrow" presStyleLbl="node1" presStyleIdx="0" presStyleCnt="0"/>
      <dgm:spPr/>
    </dgm:pt>
    <dgm:pt modelId="{FCB59A42-9A9F-4796-9102-C634500CB3BA}" type="pres">
      <dgm:prSet presAssocID="{291397F6-04BB-40C7-914C-4E4540F4CE8D}" presName="arrow" presStyleLbl="alignNode1" presStyleIdx="1" presStyleCnt="4"/>
      <dgm:spPr/>
    </dgm:pt>
    <dgm:pt modelId="{78D57CF0-3B4D-4921-BD58-A21FA195AE74}" type="pres">
      <dgm:prSet presAssocID="{291397F6-04BB-40C7-914C-4E4540F4CE8D}" presName="descendantArrow" presStyleLbl="bgAccFollowNode1" presStyleIdx="1" presStyleCnt="4"/>
      <dgm:spPr/>
    </dgm:pt>
    <dgm:pt modelId="{F7AF1086-9806-450F-BC74-934D84C1F386}" type="pres">
      <dgm:prSet presAssocID="{7D44E9A4-D18D-460F-99E4-C69A260EF13C}" presName="sp" presStyleCnt="0"/>
      <dgm:spPr/>
    </dgm:pt>
    <dgm:pt modelId="{0425D442-FE21-49C9-AE91-443F6592E320}" type="pres">
      <dgm:prSet presAssocID="{5AC7251F-5D01-44F7-A1FF-BA9DDE2603FA}" presName="arrowAndChildren" presStyleCnt="0"/>
      <dgm:spPr/>
    </dgm:pt>
    <dgm:pt modelId="{12D372B7-D805-4048-90E5-57E61DC3DD28}" type="pres">
      <dgm:prSet presAssocID="{5AC7251F-5D01-44F7-A1FF-BA9DDE2603FA}" presName="parentTextArrow" presStyleLbl="node1" presStyleIdx="0" presStyleCnt="0"/>
      <dgm:spPr/>
    </dgm:pt>
    <dgm:pt modelId="{98DC7923-3CD6-473A-9206-A11DB7378CAC}" type="pres">
      <dgm:prSet presAssocID="{5AC7251F-5D01-44F7-A1FF-BA9DDE2603FA}" presName="arrow" presStyleLbl="alignNode1" presStyleIdx="2" presStyleCnt="4"/>
      <dgm:spPr/>
    </dgm:pt>
    <dgm:pt modelId="{E5D93048-824F-4477-A7D9-C454E403E66E}" type="pres">
      <dgm:prSet presAssocID="{5AC7251F-5D01-44F7-A1FF-BA9DDE2603FA}" presName="descendantArrow" presStyleLbl="bgAccFollowNode1" presStyleIdx="2" presStyleCnt="4"/>
      <dgm:spPr/>
    </dgm:pt>
    <dgm:pt modelId="{9A3F0371-4EC3-4748-82B5-6F08D7193EEA}" type="pres">
      <dgm:prSet presAssocID="{16E83043-8BB8-43DE-BCD5-A32EA78B4E60}" presName="sp" presStyleCnt="0"/>
      <dgm:spPr/>
    </dgm:pt>
    <dgm:pt modelId="{8E7C92E3-2C44-40CE-898E-E6A846AD1171}" type="pres">
      <dgm:prSet presAssocID="{E67EDAC8-E116-47AA-AEE6-64AFA7EF66B7}" presName="arrowAndChildren" presStyleCnt="0"/>
      <dgm:spPr/>
    </dgm:pt>
    <dgm:pt modelId="{4D4CD8DF-53C8-4ED5-8A7D-752D9D553915}" type="pres">
      <dgm:prSet presAssocID="{E67EDAC8-E116-47AA-AEE6-64AFA7EF66B7}" presName="parentTextArrow" presStyleLbl="node1" presStyleIdx="0" presStyleCnt="0"/>
      <dgm:spPr/>
    </dgm:pt>
    <dgm:pt modelId="{098380A4-B9BA-495E-824C-5B1555435EF5}" type="pres">
      <dgm:prSet presAssocID="{E67EDAC8-E116-47AA-AEE6-64AFA7EF66B7}" presName="arrow" presStyleLbl="alignNode1" presStyleIdx="3" presStyleCnt="4"/>
      <dgm:spPr/>
    </dgm:pt>
    <dgm:pt modelId="{745B0C3D-B28D-48F4-A263-B68B7EF72694}" type="pres">
      <dgm:prSet presAssocID="{E67EDAC8-E116-47AA-AEE6-64AFA7EF66B7}" presName="descendantArrow" presStyleLbl="bgAccFollowNode1" presStyleIdx="3" presStyleCnt="4"/>
      <dgm:spPr/>
    </dgm:pt>
  </dgm:ptLst>
  <dgm:cxnLst>
    <dgm:cxn modelId="{FFC0050C-CA1B-485D-99DA-E440ED1207C4}" type="presOf" srcId="{291397F6-04BB-40C7-914C-4E4540F4CE8D}" destId="{5CFF159A-A34B-4FE3-B6F0-70F02B888D63}" srcOrd="0" destOrd="0" presId="urn:microsoft.com/office/officeart/2016/7/layout/VerticalDownArrowProcess"/>
    <dgm:cxn modelId="{CF7A3111-4899-478B-82F5-527FB1733441}" srcId="{E13C9229-3AF7-406F-B0BD-ED64EB07C6A6}" destId="{E67EDAC8-E116-47AA-AEE6-64AFA7EF66B7}" srcOrd="0" destOrd="0" parTransId="{6FEB5A11-C2CF-49BD-A65E-B8C7BBB84613}" sibTransId="{16E83043-8BB8-43DE-BCD5-A32EA78B4E60}"/>
    <dgm:cxn modelId="{4E90291E-EC1F-49B4-9BC4-18E38C8C8A23}" srcId="{E13C9229-3AF7-406F-B0BD-ED64EB07C6A6}" destId="{291397F6-04BB-40C7-914C-4E4540F4CE8D}" srcOrd="2" destOrd="0" parTransId="{BD80CF43-5B0A-4A9D-8986-E5941821C5DB}" sibTransId="{3F3A8198-3D20-44F3-A9EF-831B94C7A7F3}"/>
    <dgm:cxn modelId="{D0A21726-7AC7-4017-BF79-46351EC6DF88}" srcId="{5AC7251F-5D01-44F7-A1FF-BA9DDE2603FA}" destId="{11C1F48D-80DD-4CDB-BDA7-5DB231A8AFC2}" srcOrd="0" destOrd="0" parTransId="{5F97CD01-92BE-4A18-BEB6-EFD132ADB028}" sibTransId="{70756FD3-9760-4316-AD3C-E0854876E8DD}"/>
    <dgm:cxn modelId="{AB20CF40-4BB5-41C6-AAAB-04B12B31AECC}" type="presOf" srcId="{291397F6-04BB-40C7-914C-4E4540F4CE8D}" destId="{FCB59A42-9A9F-4796-9102-C634500CB3BA}" srcOrd="1" destOrd="0" presId="urn:microsoft.com/office/officeart/2016/7/layout/VerticalDownArrowProcess"/>
    <dgm:cxn modelId="{4939E05E-7FAC-49FA-9ED5-33EB55A2ED99}" srcId="{E13C9229-3AF7-406F-B0BD-ED64EB07C6A6}" destId="{5AC7251F-5D01-44F7-A1FF-BA9DDE2603FA}" srcOrd="1" destOrd="0" parTransId="{D2FBDCCB-283B-4CF0-9427-CB5426431E41}" sibTransId="{7D44E9A4-D18D-460F-99E4-C69A260EF13C}"/>
    <dgm:cxn modelId="{A6EA2D42-6332-4693-99F1-329A10611CDA}" type="presOf" srcId="{5AC7251F-5D01-44F7-A1FF-BA9DDE2603FA}" destId="{12D372B7-D805-4048-90E5-57E61DC3DD28}" srcOrd="0" destOrd="0" presId="urn:microsoft.com/office/officeart/2016/7/layout/VerticalDownArrowProcess"/>
    <dgm:cxn modelId="{BF5B6368-23F7-4761-A6A4-B5F8CC8058BA}" srcId="{291397F6-04BB-40C7-914C-4E4540F4CE8D}" destId="{F94EDEB2-DD26-4E50-A9EF-889638F6B374}" srcOrd="0" destOrd="0" parTransId="{4F1687BC-34F0-44DA-B86C-53D9008D0A86}" sibTransId="{C56C3764-A852-4CE2-B31F-DFC63123BCED}"/>
    <dgm:cxn modelId="{013FD44E-3154-4A9F-9257-C1E125A77DBB}" type="presOf" srcId="{6493B4D1-B18A-4B6E-BF84-E1731E0BBC65}" destId="{7ACD93F0-D15B-44D4-A56A-2388F1B87355}" srcOrd="0" destOrd="0" presId="urn:microsoft.com/office/officeart/2016/7/layout/VerticalDownArrowProcess"/>
    <dgm:cxn modelId="{AA2FFD57-CB13-4FCC-9297-D5F4AF46B8BF}" srcId="{E13C9229-3AF7-406F-B0BD-ED64EB07C6A6}" destId="{6FAC0077-ACAA-490F-947E-067EE834716A}" srcOrd="3" destOrd="0" parTransId="{2360D96B-C571-4331-BF1F-9A06229F376C}" sibTransId="{D547BA3C-0DCD-4126-B937-F877AF33F44B}"/>
    <dgm:cxn modelId="{16B2B895-E99F-44CE-9C3D-FC4B2890CF88}" type="presOf" srcId="{11C1F48D-80DD-4CDB-BDA7-5DB231A8AFC2}" destId="{E5D93048-824F-4477-A7D9-C454E403E66E}" srcOrd="0" destOrd="0" presId="urn:microsoft.com/office/officeart/2016/7/layout/VerticalDownArrowProcess"/>
    <dgm:cxn modelId="{55C71EA0-260C-4323-B55D-D87F1DE0FEBF}" srcId="{E67EDAC8-E116-47AA-AEE6-64AFA7EF66B7}" destId="{840E21B5-27EC-461B-A23B-72CED82E4220}" srcOrd="0" destOrd="0" parTransId="{B6F4BFED-381B-4A3C-B089-AAE41B7E0689}" sibTransId="{CC285337-B4AE-480C-90E2-8FBB71AC2882}"/>
    <dgm:cxn modelId="{94C21DB6-29B4-41CE-8F4A-5B417647378C}" type="presOf" srcId="{5AC7251F-5D01-44F7-A1FF-BA9DDE2603FA}" destId="{98DC7923-3CD6-473A-9206-A11DB7378CAC}" srcOrd="1" destOrd="0" presId="urn:microsoft.com/office/officeart/2016/7/layout/VerticalDownArrowProcess"/>
    <dgm:cxn modelId="{00F09BB9-28C9-4A84-8E3E-D162426A5844}" srcId="{6FAC0077-ACAA-490F-947E-067EE834716A}" destId="{6493B4D1-B18A-4B6E-BF84-E1731E0BBC65}" srcOrd="0" destOrd="0" parTransId="{76AEDF27-FC75-4D1E-8BA8-5F77E4D8F63D}" sibTransId="{4F2E0BED-3203-414E-9703-EDB3D82B0F01}"/>
    <dgm:cxn modelId="{AC908BC4-968E-4664-A764-B36BCD1776BA}" type="presOf" srcId="{E67EDAC8-E116-47AA-AEE6-64AFA7EF66B7}" destId="{4D4CD8DF-53C8-4ED5-8A7D-752D9D553915}" srcOrd="0" destOrd="0" presId="urn:microsoft.com/office/officeart/2016/7/layout/VerticalDownArrowProcess"/>
    <dgm:cxn modelId="{C8F20AE8-7096-4445-8020-A16702558843}" type="presOf" srcId="{840E21B5-27EC-461B-A23B-72CED82E4220}" destId="{745B0C3D-B28D-48F4-A263-B68B7EF72694}" srcOrd="0" destOrd="0" presId="urn:microsoft.com/office/officeart/2016/7/layout/VerticalDownArrowProcess"/>
    <dgm:cxn modelId="{525A9AED-89C7-4E86-875E-31B9DA32C06D}" type="presOf" srcId="{F94EDEB2-DD26-4E50-A9EF-889638F6B374}" destId="{78D57CF0-3B4D-4921-BD58-A21FA195AE74}" srcOrd="0" destOrd="0" presId="urn:microsoft.com/office/officeart/2016/7/layout/VerticalDownArrowProcess"/>
    <dgm:cxn modelId="{13348AF0-471B-40A0-9DE4-BC099C1E3707}" type="presOf" srcId="{6FAC0077-ACAA-490F-947E-067EE834716A}" destId="{6807499F-D5DC-41D4-877C-DA0D4C6F8A12}" srcOrd="0" destOrd="0" presId="urn:microsoft.com/office/officeart/2016/7/layout/VerticalDownArrowProcess"/>
    <dgm:cxn modelId="{0E5CFCF2-C3A0-4ABB-8FA8-35D2A4F3C8DD}" type="presOf" srcId="{E13C9229-3AF7-406F-B0BD-ED64EB07C6A6}" destId="{39EC9A41-B66B-4A18-B8B9-451D9FD75BEF}" srcOrd="0" destOrd="0" presId="urn:microsoft.com/office/officeart/2016/7/layout/VerticalDownArrowProcess"/>
    <dgm:cxn modelId="{DA6155F7-95B8-47E1-B429-5A064BD679BC}" type="presOf" srcId="{E67EDAC8-E116-47AA-AEE6-64AFA7EF66B7}" destId="{098380A4-B9BA-495E-824C-5B1555435EF5}" srcOrd="1" destOrd="0" presId="urn:microsoft.com/office/officeart/2016/7/layout/VerticalDownArrowProcess"/>
    <dgm:cxn modelId="{B4D1022D-7382-4898-8241-769B62DE516C}" type="presParOf" srcId="{39EC9A41-B66B-4A18-B8B9-451D9FD75BEF}" destId="{C6B1F427-6702-42B9-9B17-A96E0C5DE86E}" srcOrd="0" destOrd="0" presId="urn:microsoft.com/office/officeart/2016/7/layout/VerticalDownArrowProcess"/>
    <dgm:cxn modelId="{98D3C59E-52AF-46BE-8B25-E5128D35F9A7}" type="presParOf" srcId="{C6B1F427-6702-42B9-9B17-A96E0C5DE86E}" destId="{6807499F-D5DC-41D4-877C-DA0D4C6F8A12}" srcOrd="0" destOrd="0" presId="urn:microsoft.com/office/officeart/2016/7/layout/VerticalDownArrowProcess"/>
    <dgm:cxn modelId="{71C1008F-12F7-4318-9CED-8DCA0F99D2C6}" type="presParOf" srcId="{C6B1F427-6702-42B9-9B17-A96E0C5DE86E}" destId="{7ACD93F0-D15B-44D4-A56A-2388F1B87355}" srcOrd="1" destOrd="0" presId="urn:microsoft.com/office/officeart/2016/7/layout/VerticalDownArrowProcess"/>
    <dgm:cxn modelId="{25EFD1CE-EF00-4507-9AFC-AFA32CB7C2BA}" type="presParOf" srcId="{39EC9A41-B66B-4A18-B8B9-451D9FD75BEF}" destId="{6B45ACB1-2255-4507-B20A-8257E6605670}" srcOrd="1" destOrd="0" presId="urn:microsoft.com/office/officeart/2016/7/layout/VerticalDownArrowProcess"/>
    <dgm:cxn modelId="{6791C8F9-8CE4-4F78-84F9-3F9EB3989238}" type="presParOf" srcId="{39EC9A41-B66B-4A18-B8B9-451D9FD75BEF}" destId="{CBDF4ABD-5A24-4856-8C30-6B519506A12B}" srcOrd="2" destOrd="0" presId="urn:microsoft.com/office/officeart/2016/7/layout/VerticalDownArrowProcess"/>
    <dgm:cxn modelId="{9FF5895A-F360-4D4D-B63A-0BF919972EF6}" type="presParOf" srcId="{CBDF4ABD-5A24-4856-8C30-6B519506A12B}" destId="{5CFF159A-A34B-4FE3-B6F0-70F02B888D63}" srcOrd="0" destOrd="0" presId="urn:microsoft.com/office/officeart/2016/7/layout/VerticalDownArrowProcess"/>
    <dgm:cxn modelId="{CB16D811-0711-41F4-B5F2-671D4D4870BE}" type="presParOf" srcId="{CBDF4ABD-5A24-4856-8C30-6B519506A12B}" destId="{FCB59A42-9A9F-4796-9102-C634500CB3BA}" srcOrd="1" destOrd="0" presId="urn:microsoft.com/office/officeart/2016/7/layout/VerticalDownArrowProcess"/>
    <dgm:cxn modelId="{750C4EDF-B011-47CD-B9E8-14018AD914AB}" type="presParOf" srcId="{CBDF4ABD-5A24-4856-8C30-6B519506A12B}" destId="{78D57CF0-3B4D-4921-BD58-A21FA195AE74}" srcOrd="2" destOrd="0" presId="urn:microsoft.com/office/officeart/2016/7/layout/VerticalDownArrowProcess"/>
    <dgm:cxn modelId="{343305B4-7B55-4513-99C5-B60EC86C9778}" type="presParOf" srcId="{39EC9A41-B66B-4A18-B8B9-451D9FD75BEF}" destId="{F7AF1086-9806-450F-BC74-934D84C1F386}" srcOrd="3" destOrd="0" presId="urn:microsoft.com/office/officeart/2016/7/layout/VerticalDownArrowProcess"/>
    <dgm:cxn modelId="{3F116D1C-1160-43C6-ABAA-146BF162F45E}" type="presParOf" srcId="{39EC9A41-B66B-4A18-B8B9-451D9FD75BEF}" destId="{0425D442-FE21-49C9-AE91-443F6592E320}" srcOrd="4" destOrd="0" presId="urn:microsoft.com/office/officeart/2016/7/layout/VerticalDownArrowProcess"/>
    <dgm:cxn modelId="{144D1E33-E793-4FA6-A1F2-EA3EE57AEEEF}" type="presParOf" srcId="{0425D442-FE21-49C9-AE91-443F6592E320}" destId="{12D372B7-D805-4048-90E5-57E61DC3DD28}" srcOrd="0" destOrd="0" presId="urn:microsoft.com/office/officeart/2016/7/layout/VerticalDownArrowProcess"/>
    <dgm:cxn modelId="{22C0A987-2D51-403E-BF89-955DA67061C6}" type="presParOf" srcId="{0425D442-FE21-49C9-AE91-443F6592E320}" destId="{98DC7923-3CD6-473A-9206-A11DB7378CAC}" srcOrd="1" destOrd="0" presId="urn:microsoft.com/office/officeart/2016/7/layout/VerticalDownArrowProcess"/>
    <dgm:cxn modelId="{B0EF6F39-E638-417B-8689-4580BDEAFB55}" type="presParOf" srcId="{0425D442-FE21-49C9-AE91-443F6592E320}" destId="{E5D93048-824F-4477-A7D9-C454E403E66E}" srcOrd="2" destOrd="0" presId="urn:microsoft.com/office/officeart/2016/7/layout/VerticalDownArrowProcess"/>
    <dgm:cxn modelId="{B4890B15-3E39-48AC-BC8B-37DA7794A9BB}" type="presParOf" srcId="{39EC9A41-B66B-4A18-B8B9-451D9FD75BEF}" destId="{9A3F0371-4EC3-4748-82B5-6F08D7193EEA}" srcOrd="5" destOrd="0" presId="urn:microsoft.com/office/officeart/2016/7/layout/VerticalDownArrowProcess"/>
    <dgm:cxn modelId="{5ED0ACF9-EBB4-4646-A609-0EB34AA0260C}" type="presParOf" srcId="{39EC9A41-B66B-4A18-B8B9-451D9FD75BEF}" destId="{8E7C92E3-2C44-40CE-898E-E6A846AD1171}" srcOrd="6" destOrd="0" presId="urn:microsoft.com/office/officeart/2016/7/layout/VerticalDownArrowProcess"/>
    <dgm:cxn modelId="{DE8EDFA1-3F18-4620-AF60-3EB56C319085}" type="presParOf" srcId="{8E7C92E3-2C44-40CE-898E-E6A846AD1171}" destId="{4D4CD8DF-53C8-4ED5-8A7D-752D9D553915}" srcOrd="0" destOrd="0" presId="urn:microsoft.com/office/officeart/2016/7/layout/VerticalDownArrowProcess"/>
    <dgm:cxn modelId="{7A7B3F4C-736D-402C-9F55-2069EA5611BB}" type="presParOf" srcId="{8E7C92E3-2C44-40CE-898E-E6A846AD1171}" destId="{098380A4-B9BA-495E-824C-5B1555435EF5}" srcOrd="1" destOrd="0" presId="urn:microsoft.com/office/officeart/2016/7/layout/VerticalDownArrowProcess"/>
    <dgm:cxn modelId="{9F8459EF-A88C-43C1-95EC-2B414B4B26C2}" type="presParOf" srcId="{8E7C92E3-2C44-40CE-898E-E6A846AD1171}" destId="{745B0C3D-B28D-48F4-A263-B68B7EF72694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59C36E-0431-4359-977F-A0A7477F7585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2F1962-D8C5-4D8D-913F-4B27FDFA64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did we find?</a:t>
          </a:r>
        </a:p>
      </dgm:t>
    </dgm:pt>
    <dgm:pt modelId="{264E167A-0947-4094-8F4A-C7D9613C3912}" type="parTrans" cxnId="{3147C525-DE8F-484E-9F07-33735593D48C}">
      <dgm:prSet/>
      <dgm:spPr/>
      <dgm:t>
        <a:bodyPr/>
        <a:lstStyle/>
        <a:p>
          <a:endParaRPr lang="en-US"/>
        </a:p>
      </dgm:t>
    </dgm:pt>
    <dgm:pt modelId="{3A504BCB-03C6-47AA-ACFC-43F93160CC5A}" type="sibTrans" cxnId="{3147C525-DE8F-484E-9F07-33735593D48C}">
      <dgm:prSet/>
      <dgm:spPr/>
      <dgm:t>
        <a:bodyPr/>
        <a:lstStyle/>
        <a:p>
          <a:endParaRPr lang="en-US"/>
        </a:p>
      </dgm:t>
    </dgm:pt>
    <dgm:pt modelId="{13AFEDC2-120A-4FE5-AD06-F6B031C32F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12 out of 30 scenarios were blocked from Windows Defender</a:t>
          </a:r>
        </a:p>
      </dgm:t>
    </dgm:pt>
    <dgm:pt modelId="{1A948221-A64D-4CE7-ACDA-BB0FDB6748AB}" type="parTrans" cxnId="{4047077E-20CC-4747-8807-DD6BE2A7C6DA}">
      <dgm:prSet/>
      <dgm:spPr/>
      <dgm:t>
        <a:bodyPr/>
        <a:lstStyle/>
        <a:p>
          <a:endParaRPr lang="en-US"/>
        </a:p>
      </dgm:t>
    </dgm:pt>
    <dgm:pt modelId="{57323C53-8F72-4BF1-A8A5-0448FA19CCD7}" type="sibTrans" cxnId="{4047077E-20CC-4747-8807-DD6BE2A7C6DA}">
      <dgm:prSet/>
      <dgm:spPr/>
      <dgm:t>
        <a:bodyPr/>
        <a:lstStyle/>
        <a:p>
          <a:endParaRPr lang="en-US"/>
        </a:p>
      </dgm:t>
    </dgm:pt>
    <dgm:pt modelId="{8084A5E6-7BC0-4130-8361-1C855B435CF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didn't Windows Defender pick up?</a:t>
          </a:r>
        </a:p>
      </dgm:t>
    </dgm:pt>
    <dgm:pt modelId="{BE834B54-0DAB-4C08-BF6F-C04C89335ECA}" type="parTrans" cxnId="{5793A74B-E4D0-4111-85AE-0927D0DA4FBA}">
      <dgm:prSet/>
      <dgm:spPr/>
      <dgm:t>
        <a:bodyPr/>
        <a:lstStyle/>
        <a:p>
          <a:endParaRPr lang="en-US"/>
        </a:p>
      </dgm:t>
    </dgm:pt>
    <dgm:pt modelId="{1D90920B-BD3A-4012-B53D-74CE4DA421CD}" type="sibTrans" cxnId="{5793A74B-E4D0-4111-85AE-0927D0DA4FBA}">
      <dgm:prSet/>
      <dgm:spPr/>
      <dgm:t>
        <a:bodyPr/>
        <a:lstStyle/>
        <a:p>
          <a:endParaRPr lang="en-US"/>
        </a:p>
      </dgm:t>
    </dgm:pt>
    <dgm:pt modelId="{FE8242F9-A6D6-4133-8A7A-EDD627F0CF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Windows Defender didn't pick up Lumma Stealer saved to Memory</a:t>
          </a:r>
        </a:p>
      </dgm:t>
    </dgm:pt>
    <dgm:pt modelId="{FB5E188C-9EB8-4A14-8194-D12A8302839B}" type="parTrans" cxnId="{EE07C8B2-14FF-40EA-AE3F-A0AC80C85426}">
      <dgm:prSet/>
      <dgm:spPr/>
      <dgm:t>
        <a:bodyPr/>
        <a:lstStyle/>
        <a:p>
          <a:endParaRPr lang="en-US"/>
        </a:p>
      </dgm:t>
    </dgm:pt>
    <dgm:pt modelId="{619EE96E-FD0F-4A16-83EE-2E530AAEC3C5}" type="sibTrans" cxnId="{EE07C8B2-14FF-40EA-AE3F-A0AC80C85426}">
      <dgm:prSet/>
      <dgm:spPr/>
      <dgm:t>
        <a:bodyPr/>
        <a:lstStyle/>
        <a:p>
          <a:endParaRPr lang="en-US"/>
        </a:p>
      </dgm:t>
    </dgm:pt>
    <dgm:pt modelId="{48C04A72-B884-4E1A-9E0C-69A693565F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Was able to download payload via Mshta (T1218.005)</a:t>
          </a:r>
        </a:p>
      </dgm:t>
    </dgm:pt>
    <dgm:pt modelId="{5A974638-1B80-4DB8-B11C-261B5132A1BB}" type="parTrans" cxnId="{C6B5438C-6B3F-48DC-B8F5-ECADDD062BD1}">
      <dgm:prSet/>
      <dgm:spPr/>
      <dgm:t>
        <a:bodyPr/>
        <a:lstStyle/>
        <a:p>
          <a:endParaRPr lang="en-US"/>
        </a:p>
      </dgm:t>
    </dgm:pt>
    <dgm:pt modelId="{8F9D8CF8-693B-44F5-AC38-E4E9838F8657}" type="sibTrans" cxnId="{C6B5438C-6B3F-48DC-B8F5-ECADDD062BD1}">
      <dgm:prSet/>
      <dgm:spPr/>
      <dgm:t>
        <a:bodyPr/>
        <a:lstStyle/>
        <a:p>
          <a:endParaRPr lang="en-US"/>
        </a:p>
      </dgm:t>
    </dgm:pt>
    <dgm:pt modelId="{1CFE66FA-E5C6-4F48-8AF7-5E4856E464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can we see on the Wazuh?</a:t>
          </a:r>
        </a:p>
      </dgm:t>
    </dgm:pt>
    <dgm:pt modelId="{07EB9A05-5640-49AC-8D1A-46F5813A4F88}" type="parTrans" cxnId="{2ED59094-7C93-4B7C-8B43-9B905F85F330}">
      <dgm:prSet/>
      <dgm:spPr/>
      <dgm:t>
        <a:bodyPr/>
        <a:lstStyle/>
        <a:p>
          <a:endParaRPr lang="en-US"/>
        </a:p>
      </dgm:t>
    </dgm:pt>
    <dgm:pt modelId="{1B0572E1-0F6A-43B8-8B92-2F33A6C57191}" type="sibTrans" cxnId="{2ED59094-7C93-4B7C-8B43-9B905F85F330}">
      <dgm:prSet/>
      <dgm:spPr/>
      <dgm:t>
        <a:bodyPr/>
        <a:lstStyle/>
        <a:p>
          <a:endParaRPr lang="en-US"/>
        </a:p>
      </dgm:t>
    </dgm:pt>
    <dgm:pt modelId="{F47095DD-43D9-4890-BF89-4955257D35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can see all the alerts from Windows Defender</a:t>
          </a:r>
        </a:p>
      </dgm:t>
    </dgm:pt>
    <dgm:pt modelId="{4C684234-7EC7-45CF-A58E-44C0D9E931BA}" type="parTrans" cxnId="{2FFC292E-2795-4831-9B8E-E8F820084F73}">
      <dgm:prSet/>
      <dgm:spPr/>
      <dgm:t>
        <a:bodyPr/>
        <a:lstStyle/>
        <a:p>
          <a:endParaRPr lang="en-US"/>
        </a:p>
      </dgm:t>
    </dgm:pt>
    <dgm:pt modelId="{193EA4A3-70DD-4EC2-9CF7-2B6E14B710BE}" type="sibTrans" cxnId="{2FFC292E-2795-4831-9B8E-E8F820084F73}">
      <dgm:prSet/>
      <dgm:spPr/>
      <dgm:t>
        <a:bodyPr/>
        <a:lstStyle/>
        <a:p>
          <a:endParaRPr lang="en-US"/>
        </a:p>
      </dgm:t>
    </dgm:pt>
    <dgm:pt modelId="{6575B18C-7F93-4D1D-B416-5FE3CF075059}" type="pres">
      <dgm:prSet presAssocID="{E659C36E-0431-4359-977F-A0A7477F7585}" presName="root" presStyleCnt="0">
        <dgm:presLayoutVars>
          <dgm:dir/>
          <dgm:resizeHandles val="exact"/>
        </dgm:presLayoutVars>
      </dgm:prSet>
      <dgm:spPr/>
    </dgm:pt>
    <dgm:pt modelId="{7E842170-BEBB-4337-9C46-C4D1BCC90442}" type="pres">
      <dgm:prSet presAssocID="{972F1962-D8C5-4D8D-913F-4B27FDFA6457}" presName="compNode" presStyleCnt="0"/>
      <dgm:spPr/>
    </dgm:pt>
    <dgm:pt modelId="{151C528B-76E8-4C47-9F04-7EE87A549F78}" type="pres">
      <dgm:prSet presAssocID="{972F1962-D8C5-4D8D-913F-4B27FDFA645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7010F24-9475-47E3-A7F2-B66DCF5E0E83}" type="pres">
      <dgm:prSet presAssocID="{972F1962-D8C5-4D8D-913F-4B27FDFA6457}" presName="iconSpace" presStyleCnt="0"/>
      <dgm:spPr/>
    </dgm:pt>
    <dgm:pt modelId="{E7ED7530-0BA4-41DC-B1FC-977B66B57063}" type="pres">
      <dgm:prSet presAssocID="{972F1962-D8C5-4D8D-913F-4B27FDFA6457}" presName="parTx" presStyleLbl="revTx" presStyleIdx="0" presStyleCnt="6">
        <dgm:presLayoutVars>
          <dgm:chMax val="0"/>
          <dgm:chPref val="0"/>
        </dgm:presLayoutVars>
      </dgm:prSet>
      <dgm:spPr/>
    </dgm:pt>
    <dgm:pt modelId="{1B8CAD82-1B86-4B5B-A693-22351BC36551}" type="pres">
      <dgm:prSet presAssocID="{972F1962-D8C5-4D8D-913F-4B27FDFA6457}" presName="txSpace" presStyleCnt="0"/>
      <dgm:spPr/>
    </dgm:pt>
    <dgm:pt modelId="{C2E579CA-470A-4745-B36B-1DF3A5D7DFF5}" type="pres">
      <dgm:prSet presAssocID="{972F1962-D8C5-4D8D-913F-4B27FDFA6457}" presName="desTx" presStyleLbl="revTx" presStyleIdx="1" presStyleCnt="6">
        <dgm:presLayoutVars/>
      </dgm:prSet>
      <dgm:spPr/>
    </dgm:pt>
    <dgm:pt modelId="{51BBE252-6263-484A-8761-DFEBA5D0F93C}" type="pres">
      <dgm:prSet presAssocID="{3A504BCB-03C6-47AA-ACFC-43F93160CC5A}" presName="sibTrans" presStyleCnt="0"/>
      <dgm:spPr/>
    </dgm:pt>
    <dgm:pt modelId="{EED31523-7F06-4EDF-8CC6-68D911E120FD}" type="pres">
      <dgm:prSet presAssocID="{8084A5E6-7BC0-4130-8361-1C855B435CF3}" presName="compNode" presStyleCnt="0"/>
      <dgm:spPr/>
    </dgm:pt>
    <dgm:pt modelId="{2403479F-B607-455A-9136-9FEF2154390E}" type="pres">
      <dgm:prSet presAssocID="{8084A5E6-7BC0-4130-8361-1C855B435C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409D376-74CD-44F4-B0DF-416246D0FA48}" type="pres">
      <dgm:prSet presAssocID="{8084A5E6-7BC0-4130-8361-1C855B435CF3}" presName="iconSpace" presStyleCnt="0"/>
      <dgm:spPr/>
    </dgm:pt>
    <dgm:pt modelId="{613CA450-4FF1-4CE9-AABB-CB53BA578D61}" type="pres">
      <dgm:prSet presAssocID="{8084A5E6-7BC0-4130-8361-1C855B435CF3}" presName="parTx" presStyleLbl="revTx" presStyleIdx="2" presStyleCnt="6">
        <dgm:presLayoutVars>
          <dgm:chMax val="0"/>
          <dgm:chPref val="0"/>
        </dgm:presLayoutVars>
      </dgm:prSet>
      <dgm:spPr/>
    </dgm:pt>
    <dgm:pt modelId="{F8B8281A-BC1E-411C-8E95-5BD7786A7C80}" type="pres">
      <dgm:prSet presAssocID="{8084A5E6-7BC0-4130-8361-1C855B435CF3}" presName="txSpace" presStyleCnt="0"/>
      <dgm:spPr/>
    </dgm:pt>
    <dgm:pt modelId="{BBEA87CA-A16B-433D-B90E-2DFEEE4F8DA7}" type="pres">
      <dgm:prSet presAssocID="{8084A5E6-7BC0-4130-8361-1C855B435CF3}" presName="desTx" presStyleLbl="revTx" presStyleIdx="3" presStyleCnt="6">
        <dgm:presLayoutVars/>
      </dgm:prSet>
      <dgm:spPr/>
    </dgm:pt>
    <dgm:pt modelId="{E8D2A7EE-C7EA-44A7-ABCE-720F50895AA8}" type="pres">
      <dgm:prSet presAssocID="{1D90920B-BD3A-4012-B53D-74CE4DA421CD}" presName="sibTrans" presStyleCnt="0"/>
      <dgm:spPr/>
    </dgm:pt>
    <dgm:pt modelId="{6A833EDA-C59B-4A4D-9D00-75079625565A}" type="pres">
      <dgm:prSet presAssocID="{1CFE66FA-E5C6-4F48-8AF7-5E4856E46485}" presName="compNode" presStyleCnt="0"/>
      <dgm:spPr/>
    </dgm:pt>
    <dgm:pt modelId="{A6914751-E159-4419-AC50-49F5FF1F2A11}" type="pres">
      <dgm:prSet presAssocID="{1CFE66FA-E5C6-4F48-8AF7-5E4856E464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D6B6B0A2-ECD1-4F47-8AB8-469C20AF5EE0}" type="pres">
      <dgm:prSet presAssocID="{1CFE66FA-E5C6-4F48-8AF7-5E4856E46485}" presName="iconSpace" presStyleCnt="0"/>
      <dgm:spPr/>
    </dgm:pt>
    <dgm:pt modelId="{41F4B1B8-CD65-4C82-8056-FB362933A3D8}" type="pres">
      <dgm:prSet presAssocID="{1CFE66FA-E5C6-4F48-8AF7-5E4856E46485}" presName="parTx" presStyleLbl="revTx" presStyleIdx="4" presStyleCnt="6">
        <dgm:presLayoutVars>
          <dgm:chMax val="0"/>
          <dgm:chPref val="0"/>
        </dgm:presLayoutVars>
      </dgm:prSet>
      <dgm:spPr/>
    </dgm:pt>
    <dgm:pt modelId="{1B30EE41-6A20-4C0A-864B-7EE1073E7335}" type="pres">
      <dgm:prSet presAssocID="{1CFE66FA-E5C6-4F48-8AF7-5E4856E46485}" presName="txSpace" presStyleCnt="0"/>
      <dgm:spPr/>
    </dgm:pt>
    <dgm:pt modelId="{2E869B1C-FE65-4351-ADE2-463CD809C266}" type="pres">
      <dgm:prSet presAssocID="{1CFE66FA-E5C6-4F48-8AF7-5E4856E46485}" presName="desTx" presStyleLbl="revTx" presStyleIdx="5" presStyleCnt="6">
        <dgm:presLayoutVars/>
      </dgm:prSet>
      <dgm:spPr/>
    </dgm:pt>
  </dgm:ptLst>
  <dgm:cxnLst>
    <dgm:cxn modelId="{3147C525-DE8F-484E-9F07-33735593D48C}" srcId="{E659C36E-0431-4359-977F-A0A7477F7585}" destId="{972F1962-D8C5-4D8D-913F-4B27FDFA6457}" srcOrd="0" destOrd="0" parTransId="{264E167A-0947-4094-8F4A-C7D9613C3912}" sibTransId="{3A504BCB-03C6-47AA-ACFC-43F93160CC5A}"/>
    <dgm:cxn modelId="{AEDE212C-BE46-48A7-BE5D-DE1975A60BCE}" type="presOf" srcId="{E659C36E-0431-4359-977F-A0A7477F7585}" destId="{6575B18C-7F93-4D1D-B416-5FE3CF075059}" srcOrd="0" destOrd="0" presId="urn:microsoft.com/office/officeart/2018/5/layout/CenteredIconLabelDescriptionList"/>
    <dgm:cxn modelId="{2FFC292E-2795-4831-9B8E-E8F820084F73}" srcId="{1CFE66FA-E5C6-4F48-8AF7-5E4856E46485}" destId="{F47095DD-43D9-4890-BF89-4955257D35ED}" srcOrd="0" destOrd="0" parTransId="{4C684234-7EC7-45CF-A58E-44C0D9E931BA}" sibTransId="{193EA4A3-70DD-4EC2-9CF7-2B6E14B710BE}"/>
    <dgm:cxn modelId="{0CBF9F40-9BAB-49D0-99B1-8F6F66DBDEA8}" type="presOf" srcId="{FE8242F9-A6D6-4133-8A7A-EDD627F0CF3C}" destId="{BBEA87CA-A16B-433D-B90E-2DFEEE4F8DA7}" srcOrd="0" destOrd="0" presId="urn:microsoft.com/office/officeart/2018/5/layout/CenteredIconLabelDescriptionList"/>
    <dgm:cxn modelId="{5793A74B-E4D0-4111-85AE-0927D0DA4FBA}" srcId="{E659C36E-0431-4359-977F-A0A7477F7585}" destId="{8084A5E6-7BC0-4130-8361-1C855B435CF3}" srcOrd="1" destOrd="0" parTransId="{BE834B54-0DAB-4C08-BF6F-C04C89335ECA}" sibTransId="{1D90920B-BD3A-4012-B53D-74CE4DA421CD}"/>
    <dgm:cxn modelId="{C54F974E-58E9-4C8C-81F1-E60AD47B7C80}" type="presOf" srcId="{8084A5E6-7BC0-4130-8361-1C855B435CF3}" destId="{613CA450-4FF1-4CE9-AABB-CB53BA578D61}" srcOrd="0" destOrd="0" presId="urn:microsoft.com/office/officeart/2018/5/layout/CenteredIconLabelDescriptionList"/>
    <dgm:cxn modelId="{293E6372-D411-4873-8453-11940345B2E1}" type="presOf" srcId="{972F1962-D8C5-4D8D-913F-4B27FDFA6457}" destId="{E7ED7530-0BA4-41DC-B1FC-977B66B57063}" srcOrd="0" destOrd="0" presId="urn:microsoft.com/office/officeart/2018/5/layout/CenteredIconLabelDescriptionList"/>
    <dgm:cxn modelId="{5098FD56-1DBF-4321-ACDC-448EDE6144D5}" type="presOf" srcId="{F47095DD-43D9-4890-BF89-4955257D35ED}" destId="{2E869B1C-FE65-4351-ADE2-463CD809C266}" srcOrd="0" destOrd="0" presId="urn:microsoft.com/office/officeart/2018/5/layout/CenteredIconLabelDescriptionList"/>
    <dgm:cxn modelId="{035BFF7B-0B61-4E6F-AE60-48B06118AC2E}" type="presOf" srcId="{1CFE66FA-E5C6-4F48-8AF7-5E4856E46485}" destId="{41F4B1B8-CD65-4C82-8056-FB362933A3D8}" srcOrd="0" destOrd="0" presId="urn:microsoft.com/office/officeart/2018/5/layout/CenteredIconLabelDescriptionList"/>
    <dgm:cxn modelId="{4047077E-20CC-4747-8807-DD6BE2A7C6DA}" srcId="{972F1962-D8C5-4D8D-913F-4B27FDFA6457}" destId="{13AFEDC2-120A-4FE5-AD06-F6B031C32FC4}" srcOrd="0" destOrd="0" parTransId="{1A948221-A64D-4CE7-ACDA-BB0FDB6748AB}" sibTransId="{57323C53-8F72-4BF1-A8A5-0448FA19CCD7}"/>
    <dgm:cxn modelId="{759DDE7F-8B05-4EBB-83C5-5B2055E2EECE}" type="presOf" srcId="{13AFEDC2-120A-4FE5-AD06-F6B031C32FC4}" destId="{C2E579CA-470A-4745-B36B-1DF3A5D7DFF5}" srcOrd="0" destOrd="0" presId="urn:microsoft.com/office/officeart/2018/5/layout/CenteredIconLabelDescriptionList"/>
    <dgm:cxn modelId="{3E3D1F83-4551-4288-9955-CAF424F710CA}" type="presOf" srcId="{48C04A72-B884-4E1A-9E0C-69A693565F98}" destId="{BBEA87CA-A16B-433D-B90E-2DFEEE4F8DA7}" srcOrd="0" destOrd="1" presId="urn:microsoft.com/office/officeart/2018/5/layout/CenteredIconLabelDescriptionList"/>
    <dgm:cxn modelId="{C6B5438C-6B3F-48DC-B8F5-ECADDD062BD1}" srcId="{8084A5E6-7BC0-4130-8361-1C855B435CF3}" destId="{48C04A72-B884-4E1A-9E0C-69A693565F98}" srcOrd="1" destOrd="0" parTransId="{5A974638-1B80-4DB8-B11C-261B5132A1BB}" sibTransId="{8F9D8CF8-693B-44F5-AC38-E4E9838F8657}"/>
    <dgm:cxn modelId="{2ED59094-7C93-4B7C-8B43-9B905F85F330}" srcId="{E659C36E-0431-4359-977F-A0A7477F7585}" destId="{1CFE66FA-E5C6-4F48-8AF7-5E4856E46485}" srcOrd="2" destOrd="0" parTransId="{07EB9A05-5640-49AC-8D1A-46F5813A4F88}" sibTransId="{1B0572E1-0F6A-43B8-8B92-2F33A6C57191}"/>
    <dgm:cxn modelId="{EE07C8B2-14FF-40EA-AE3F-A0AC80C85426}" srcId="{8084A5E6-7BC0-4130-8361-1C855B435CF3}" destId="{FE8242F9-A6D6-4133-8A7A-EDD627F0CF3C}" srcOrd="0" destOrd="0" parTransId="{FB5E188C-9EB8-4A14-8194-D12A8302839B}" sibTransId="{619EE96E-FD0F-4A16-83EE-2E530AAEC3C5}"/>
    <dgm:cxn modelId="{AFA06300-2BFE-4508-9381-2318F5B1EC2A}" type="presParOf" srcId="{6575B18C-7F93-4D1D-B416-5FE3CF075059}" destId="{7E842170-BEBB-4337-9C46-C4D1BCC90442}" srcOrd="0" destOrd="0" presId="urn:microsoft.com/office/officeart/2018/5/layout/CenteredIconLabelDescriptionList"/>
    <dgm:cxn modelId="{4E1C8C38-AF6D-4E83-814E-3DD0C6253D6D}" type="presParOf" srcId="{7E842170-BEBB-4337-9C46-C4D1BCC90442}" destId="{151C528B-76E8-4C47-9F04-7EE87A549F78}" srcOrd="0" destOrd="0" presId="urn:microsoft.com/office/officeart/2018/5/layout/CenteredIconLabelDescriptionList"/>
    <dgm:cxn modelId="{AAD84A1C-63F4-43A4-9260-DF0455DAA4E7}" type="presParOf" srcId="{7E842170-BEBB-4337-9C46-C4D1BCC90442}" destId="{A7010F24-9475-47E3-A7F2-B66DCF5E0E83}" srcOrd="1" destOrd="0" presId="urn:microsoft.com/office/officeart/2018/5/layout/CenteredIconLabelDescriptionList"/>
    <dgm:cxn modelId="{4E0DA5A5-3E7F-4ADD-AE02-B1BBD8A948F6}" type="presParOf" srcId="{7E842170-BEBB-4337-9C46-C4D1BCC90442}" destId="{E7ED7530-0BA4-41DC-B1FC-977B66B57063}" srcOrd="2" destOrd="0" presId="urn:microsoft.com/office/officeart/2018/5/layout/CenteredIconLabelDescriptionList"/>
    <dgm:cxn modelId="{9709F903-880B-46E5-9A81-2E663F540668}" type="presParOf" srcId="{7E842170-BEBB-4337-9C46-C4D1BCC90442}" destId="{1B8CAD82-1B86-4B5B-A693-22351BC36551}" srcOrd="3" destOrd="0" presId="urn:microsoft.com/office/officeart/2018/5/layout/CenteredIconLabelDescriptionList"/>
    <dgm:cxn modelId="{1147F58A-C289-4011-9BDC-CF4AB329756F}" type="presParOf" srcId="{7E842170-BEBB-4337-9C46-C4D1BCC90442}" destId="{C2E579CA-470A-4745-B36B-1DF3A5D7DFF5}" srcOrd="4" destOrd="0" presId="urn:microsoft.com/office/officeart/2018/5/layout/CenteredIconLabelDescriptionList"/>
    <dgm:cxn modelId="{E594F626-163D-4147-8A38-5CADDC122068}" type="presParOf" srcId="{6575B18C-7F93-4D1D-B416-5FE3CF075059}" destId="{51BBE252-6263-484A-8761-DFEBA5D0F93C}" srcOrd="1" destOrd="0" presId="urn:microsoft.com/office/officeart/2018/5/layout/CenteredIconLabelDescriptionList"/>
    <dgm:cxn modelId="{D0908927-9BB3-44F8-AC89-2BB965F122E7}" type="presParOf" srcId="{6575B18C-7F93-4D1D-B416-5FE3CF075059}" destId="{EED31523-7F06-4EDF-8CC6-68D911E120FD}" srcOrd="2" destOrd="0" presId="urn:microsoft.com/office/officeart/2018/5/layout/CenteredIconLabelDescriptionList"/>
    <dgm:cxn modelId="{BAFD259A-DA6A-4EEF-98AB-2F2AB71B3AE5}" type="presParOf" srcId="{EED31523-7F06-4EDF-8CC6-68D911E120FD}" destId="{2403479F-B607-455A-9136-9FEF2154390E}" srcOrd="0" destOrd="0" presId="urn:microsoft.com/office/officeart/2018/5/layout/CenteredIconLabelDescriptionList"/>
    <dgm:cxn modelId="{406C4F10-7BA9-4315-8A7B-481D465A7521}" type="presParOf" srcId="{EED31523-7F06-4EDF-8CC6-68D911E120FD}" destId="{8409D376-74CD-44F4-B0DF-416246D0FA48}" srcOrd="1" destOrd="0" presId="urn:microsoft.com/office/officeart/2018/5/layout/CenteredIconLabelDescriptionList"/>
    <dgm:cxn modelId="{176C00CC-819C-4168-AD31-4EA488BED2F9}" type="presParOf" srcId="{EED31523-7F06-4EDF-8CC6-68D911E120FD}" destId="{613CA450-4FF1-4CE9-AABB-CB53BA578D61}" srcOrd="2" destOrd="0" presId="urn:microsoft.com/office/officeart/2018/5/layout/CenteredIconLabelDescriptionList"/>
    <dgm:cxn modelId="{0B0F6A78-2A1B-477F-9968-72FCF8FCFA02}" type="presParOf" srcId="{EED31523-7F06-4EDF-8CC6-68D911E120FD}" destId="{F8B8281A-BC1E-411C-8E95-5BD7786A7C80}" srcOrd="3" destOrd="0" presId="urn:microsoft.com/office/officeart/2018/5/layout/CenteredIconLabelDescriptionList"/>
    <dgm:cxn modelId="{B515D553-B0D2-4D4D-9976-3FEB494EEE2B}" type="presParOf" srcId="{EED31523-7F06-4EDF-8CC6-68D911E120FD}" destId="{BBEA87CA-A16B-433D-B90E-2DFEEE4F8DA7}" srcOrd="4" destOrd="0" presId="urn:microsoft.com/office/officeart/2018/5/layout/CenteredIconLabelDescriptionList"/>
    <dgm:cxn modelId="{8B7D8AF4-98AD-43FC-8961-DD394092EFFC}" type="presParOf" srcId="{6575B18C-7F93-4D1D-B416-5FE3CF075059}" destId="{E8D2A7EE-C7EA-44A7-ABCE-720F50895AA8}" srcOrd="3" destOrd="0" presId="urn:microsoft.com/office/officeart/2018/5/layout/CenteredIconLabelDescriptionList"/>
    <dgm:cxn modelId="{EA9201E6-70A5-4D6F-96A8-389884A46684}" type="presParOf" srcId="{6575B18C-7F93-4D1D-B416-5FE3CF075059}" destId="{6A833EDA-C59B-4A4D-9D00-75079625565A}" srcOrd="4" destOrd="0" presId="urn:microsoft.com/office/officeart/2018/5/layout/CenteredIconLabelDescriptionList"/>
    <dgm:cxn modelId="{A5EC4F57-BA27-4C83-BD5D-9B0B1FFAE934}" type="presParOf" srcId="{6A833EDA-C59B-4A4D-9D00-75079625565A}" destId="{A6914751-E159-4419-AC50-49F5FF1F2A11}" srcOrd="0" destOrd="0" presId="urn:microsoft.com/office/officeart/2018/5/layout/CenteredIconLabelDescriptionList"/>
    <dgm:cxn modelId="{6FC81B17-CB21-491D-9E55-7D89CBB9C131}" type="presParOf" srcId="{6A833EDA-C59B-4A4D-9D00-75079625565A}" destId="{D6B6B0A2-ECD1-4F47-8AB8-469C20AF5EE0}" srcOrd="1" destOrd="0" presId="urn:microsoft.com/office/officeart/2018/5/layout/CenteredIconLabelDescriptionList"/>
    <dgm:cxn modelId="{5E5D9F23-493D-47D3-B30C-BFEF174544F3}" type="presParOf" srcId="{6A833EDA-C59B-4A4D-9D00-75079625565A}" destId="{41F4B1B8-CD65-4C82-8056-FB362933A3D8}" srcOrd="2" destOrd="0" presId="urn:microsoft.com/office/officeart/2018/5/layout/CenteredIconLabelDescriptionList"/>
    <dgm:cxn modelId="{63BE5F80-6F1E-4055-8255-A70866F0EFC6}" type="presParOf" srcId="{6A833EDA-C59B-4A4D-9D00-75079625565A}" destId="{1B30EE41-6A20-4C0A-864B-7EE1073E7335}" srcOrd="3" destOrd="0" presId="urn:microsoft.com/office/officeart/2018/5/layout/CenteredIconLabelDescriptionList"/>
    <dgm:cxn modelId="{51AC4711-1650-4393-8EC0-622E0B79A1F8}" type="presParOf" srcId="{6A833EDA-C59B-4A4D-9D00-75079625565A}" destId="{2E869B1C-FE65-4351-ADE2-463CD809C26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7F841-076B-4A39-97C8-FF5ADE5D807B}">
      <dsp:nvSpPr>
        <dsp:cNvPr id="0" name=""/>
        <dsp:cNvSpPr/>
      </dsp:nvSpPr>
      <dsp:spPr>
        <a:xfrm>
          <a:off x="674477" y="67021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563C1-EA5B-45AD-9374-7C71AFB7F3D0}">
      <dsp:nvSpPr>
        <dsp:cNvPr id="0" name=""/>
        <dsp:cNvSpPr/>
      </dsp:nvSpPr>
      <dsp:spPr>
        <a:xfrm>
          <a:off x="1076665" y="107239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979D8-D4D5-4FA5-B985-A3F9FEE5201B}">
      <dsp:nvSpPr>
        <dsp:cNvPr id="0" name=""/>
        <dsp:cNvSpPr/>
      </dsp:nvSpPr>
      <dsp:spPr>
        <a:xfrm>
          <a:off x="71196" y="314521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Why? </a:t>
          </a:r>
        </a:p>
      </dsp:txBody>
      <dsp:txXfrm>
        <a:off x="71196" y="3145212"/>
        <a:ext cx="3093750" cy="720000"/>
      </dsp:txXfrm>
    </dsp:sp>
    <dsp:sp modelId="{FB8B9199-1E11-4328-BBEA-3CC5BE84C7F4}">
      <dsp:nvSpPr>
        <dsp:cNvPr id="0" name=""/>
        <dsp:cNvSpPr/>
      </dsp:nvSpPr>
      <dsp:spPr>
        <a:xfrm>
          <a:off x="4309634" y="67021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3D0C71-CF5C-460A-8C1C-04AF9DF6AF86}">
      <dsp:nvSpPr>
        <dsp:cNvPr id="0" name=""/>
        <dsp:cNvSpPr/>
      </dsp:nvSpPr>
      <dsp:spPr>
        <a:xfrm>
          <a:off x="4711821" y="107239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9D6300-4806-4910-97D1-9C1662927EF9}">
      <dsp:nvSpPr>
        <dsp:cNvPr id="0" name=""/>
        <dsp:cNvSpPr/>
      </dsp:nvSpPr>
      <dsp:spPr>
        <a:xfrm>
          <a:off x="3706353" y="314521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Tools</a:t>
          </a:r>
        </a:p>
      </dsp:txBody>
      <dsp:txXfrm>
        <a:off x="3706353" y="3145212"/>
        <a:ext cx="3093750" cy="720000"/>
      </dsp:txXfrm>
    </dsp:sp>
    <dsp:sp modelId="{E33FBAE4-BC58-4493-99FD-D3851C24AA27}">
      <dsp:nvSpPr>
        <dsp:cNvPr id="0" name=""/>
        <dsp:cNvSpPr/>
      </dsp:nvSpPr>
      <dsp:spPr>
        <a:xfrm>
          <a:off x="7944790" y="67021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0964B0-64BE-4799-B1DB-F60C369FEBD2}">
      <dsp:nvSpPr>
        <dsp:cNvPr id="0" name=""/>
        <dsp:cNvSpPr/>
      </dsp:nvSpPr>
      <dsp:spPr>
        <a:xfrm>
          <a:off x="8346978" y="107239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710F5-D858-4DF1-8BC7-C2A0EF4ECE1E}">
      <dsp:nvSpPr>
        <dsp:cNvPr id="0" name=""/>
        <dsp:cNvSpPr/>
      </dsp:nvSpPr>
      <dsp:spPr>
        <a:xfrm>
          <a:off x="7341509" y="314521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Process</a:t>
          </a:r>
        </a:p>
      </dsp:txBody>
      <dsp:txXfrm>
        <a:off x="7341509" y="3145212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39F67-52C5-45C1-BF2E-B4FD0517EBE6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7E4FB-8990-46B7-8D5A-0394D047ADA3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DC6A7-BF2C-443F-9956-100B75D7C0FF}">
      <dsp:nvSpPr>
        <dsp:cNvPr id="0" name=""/>
        <dsp:cNvSpPr/>
      </dsp:nvSpPr>
      <dsp:spPr>
        <a:xfrm>
          <a:off x="1437631" y="531"/>
          <a:ext cx="4732020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Two virtual machines running from </a:t>
          </a:r>
          <a:r>
            <a:rPr lang="en-GB" sz="2500" kern="1200">
              <a:latin typeface="Aptos Display" panose="020F0302020204030204"/>
            </a:rPr>
            <a:t>VirtualBox</a:t>
          </a:r>
          <a:endParaRPr lang="en-US" sz="2500" kern="1200"/>
        </a:p>
      </dsp:txBody>
      <dsp:txXfrm>
        <a:off x="1437631" y="531"/>
        <a:ext cx="4732020" cy="1244702"/>
      </dsp:txXfrm>
    </dsp:sp>
    <dsp:sp modelId="{23737036-6B57-4A81-B790-9508568175C1}">
      <dsp:nvSpPr>
        <dsp:cNvPr id="0" name=""/>
        <dsp:cNvSpPr/>
      </dsp:nvSpPr>
      <dsp:spPr>
        <a:xfrm>
          <a:off x="6169651" y="531"/>
          <a:ext cx="434594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Machine 1: </a:t>
          </a:r>
          <a:r>
            <a:rPr lang="en-GB" sz="1800" kern="1200" err="1"/>
            <a:t>Wazuh</a:t>
          </a:r>
          <a:r>
            <a:rPr lang="en-GB" sz="1800" kern="1200"/>
            <a:t> </a:t>
          </a:r>
          <a:r>
            <a:rPr lang="en-GB" sz="1800" kern="1200">
              <a:latin typeface="Aptos Display" panose="020F0302020204030204"/>
            </a:rPr>
            <a:t>Server</a:t>
          </a:r>
          <a:endParaRPr lang="en-US" sz="1800" kern="120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Machine 2: </a:t>
          </a:r>
          <a:r>
            <a:rPr lang="en-GB" sz="1800" kern="1200">
              <a:latin typeface="Aptos Display" panose="020F0302020204030204"/>
            </a:rPr>
            <a:t>Windows 11 w/ </a:t>
          </a:r>
          <a:r>
            <a:rPr lang="en-GB" sz="1800" kern="1200" err="1">
              <a:latin typeface="Aptos Display" panose="020F0302020204030204"/>
            </a:rPr>
            <a:t>Wazuh</a:t>
          </a:r>
          <a:r>
            <a:rPr lang="en-GB" sz="1800" kern="1200">
              <a:latin typeface="Aptos Display" panose="020F0302020204030204"/>
            </a:rPr>
            <a:t> Agent</a:t>
          </a:r>
          <a:endParaRPr lang="en-US" sz="1800" kern="1200"/>
        </a:p>
      </dsp:txBody>
      <dsp:txXfrm>
        <a:off x="6169651" y="531"/>
        <a:ext cx="4345948" cy="1244702"/>
      </dsp:txXfrm>
    </dsp:sp>
    <dsp:sp modelId="{766ABDFF-D90D-4111-AE6C-4AB2895A9B91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E2CE3-1B06-4F63-8832-11212DA697ED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54CF9-8CED-45BC-B83C-199DAE4C08B1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err="1"/>
            <a:t>Wazuh</a:t>
          </a:r>
          <a:r>
            <a:rPr lang="en-GB" sz="2500" kern="1200"/>
            <a:t> and Windows Defender for EDR system</a:t>
          </a:r>
          <a:endParaRPr lang="en-US" sz="2500" kern="1200"/>
        </a:p>
      </dsp:txBody>
      <dsp:txXfrm>
        <a:off x="1437631" y="1556410"/>
        <a:ext cx="9077968" cy="1244702"/>
      </dsp:txXfrm>
    </dsp:sp>
    <dsp:sp modelId="{776EE3BC-52B1-4FF8-B68A-A38093AEE5FF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FED7C-4BD7-45FB-9A9A-D44957518533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74653-2D34-4EEC-BAB0-75DB27D69B2F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err="1"/>
            <a:t>AttackIQ</a:t>
          </a:r>
          <a:r>
            <a:rPr lang="en-GB" sz="2500" kern="1200"/>
            <a:t> Flex for Attack </a:t>
          </a:r>
          <a:r>
            <a:rPr lang="en-GB" sz="2500" kern="1200">
              <a:latin typeface="Aptos Display" panose="020F0302020204030204"/>
            </a:rPr>
            <a:t>simulator</a:t>
          </a:r>
          <a:endParaRPr lang="en-US" sz="2500" kern="1200"/>
        </a:p>
      </dsp:txBody>
      <dsp:txXfrm>
        <a:off x="1437631" y="3112289"/>
        <a:ext cx="9077968" cy="1244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7499F-D5DC-41D4-877C-DA0D4C6F8A12}">
      <dsp:nvSpPr>
        <dsp:cNvPr id="0" name=""/>
        <dsp:cNvSpPr/>
      </dsp:nvSpPr>
      <dsp:spPr>
        <a:xfrm>
          <a:off x="0" y="3569039"/>
          <a:ext cx="2628900" cy="7808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Check</a:t>
          </a:r>
        </a:p>
      </dsp:txBody>
      <dsp:txXfrm>
        <a:off x="0" y="3569039"/>
        <a:ext cx="2628900" cy="780818"/>
      </dsp:txXfrm>
    </dsp:sp>
    <dsp:sp modelId="{7ACD93F0-D15B-44D4-A56A-2388F1B87355}">
      <dsp:nvSpPr>
        <dsp:cNvPr id="0" name=""/>
        <dsp:cNvSpPr/>
      </dsp:nvSpPr>
      <dsp:spPr>
        <a:xfrm>
          <a:off x="2628900" y="3569039"/>
          <a:ext cx="7886700" cy="780818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41300" rIns="15998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Check the </a:t>
          </a:r>
          <a:r>
            <a:rPr lang="en-US" sz="1900" kern="1200" err="1"/>
            <a:t>AttackIQ</a:t>
          </a:r>
          <a:r>
            <a:rPr lang="en-US" sz="1900" kern="1200"/>
            <a:t> Flex report</a:t>
          </a:r>
        </a:p>
      </dsp:txBody>
      <dsp:txXfrm>
        <a:off x="2628900" y="3569039"/>
        <a:ext cx="7886700" cy="780818"/>
      </dsp:txXfrm>
    </dsp:sp>
    <dsp:sp modelId="{FCB59A42-9A9F-4796-9102-C634500CB3BA}">
      <dsp:nvSpPr>
        <dsp:cNvPr id="0" name=""/>
        <dsp:cNvSpPr/>
      </dsp:nvSpPr>
      <dsp:spPr>
        <a:xfrm rot="10800000">
          <a:off x="0" y="2379853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Check</a:t>
          </a:r>
        </a:p>
      </dsp:txBody>
      <dsp:txXfrm rot="-10800000">
        <a:off x="0" y="2379853"/>
        <a:ext cx="2628900" cy="780584"/>
      </dsp:txXfrm>
    </dsp:sp>
    <dsp:sp modelId="{78D57CF0-3B4D-4921-BD58-A21FA195AE74}">
      <dsp:nvSpPr>
        <dsp:cNvPr id="0" name=""/>
        <dsp:cNvSpPr/>
      </dsp:nvSpPr>
      <dsp:spPr>
        <a:xfrm>
          <a:off x="2628900" y="2379853"/>
          <a:ext cx="7886700" cy="78058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41300" rIns="15998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Check alerts within </a:t>
          </a:r>
          <a:r>
            <a:rPr lang="en-US" sz="1900" kern="1200" err="1"/>
            <a:t>Wazuh</a:t>
          </a:r>
          <a:endParaRPr lang="en-US" sz="1900" kern="1200"/>
        </a:p>
      </dsp:txBody>
      <dsp:txXfrm>
        <a:off x="2628900" y="2379853"/>
        <a:ext cx="7886700" cy="780584"/>
      </dsp:txXfrm>
    </dsp:sp>
    <dsp:sp modelId="{98DC7923-3CD6-473A-9206-A11DB7378CAC}">
      <dsp:nvSpPr>
        <dsp:cNvPr id="0" name=""/>
        <dsp:cNvSpPr/>
      </dsp:nvSpPr>
      <dsp:spPr>
        <a:xfrm rot="10800000">
          <a:off x="0" y="1190666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Run</a:t>
          </a:r>
        </a:p>
      </dsp:txBody>
      <dsp:txXfrm rot="-10800000">
        <a:off x="0" y="1190666"/>
        <a:ext cx="2628900" cy="780584"/>
      </dsp:txXfrm>
    </dsp:sp>
    <dsp:sp modelId="{E5D93048-824F-4477-A7D9-C454E403E66E}">
      <dsp:nvSpPr>
        <dsp:cNvPr id="0" name=""/>
        <dsp:cNvSpPr/>
      </dsp:nvSpPr>
      <dsp:spPr>
        <a:xfrm>
          <a:off x="2628900" y="1190666"/>
          <a:ext cx="7886700" cy="78058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41300" rIns="159980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Run simulation with </a:t>
          </a:r>
          <a:r>
            <a:rPr lang="en-US" sz="1900" kern="1200" err="1"/>
            <a:t>AttackIQ</a:t>
          </a:r>
          <a:r>
            <a:rPr lang="en-US" sz="1900" kern="1200"/>
            <a:t> Flex</a:t>
          </a:r>
        </a:p>
      </dsp:txBody>
      <dsp:txXfrm>
        <a:off x="2628900" y="1190666"/>
        <a:ext cx="7886700" cy="780584"/>
      </dsp:txXfrm>
    </dsp:sp>
    <dsp:sp modelId="{098380A4-B9BA-495E-824C-5B1555435EF5}">
      <dsp:nvSpPr>
        <dsp:cNvPr id="0" name=""/>
        <dsp:cNvSpPr/>
      </dsp:nvSpPr>
      <dsp:spPr>
        <a:xfrm rot="10800000">
          <a:off x="0" y="1479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Aptos Display" panose="020F0302020204030204"/>
            </a:rPr>
            <a:t>Send</a:t>
          </a:r>
          <a:endParaRPr lang="en-US" sz="2700" kern="1200"/>
        </a:p>
      </dsp:txBody>
      <dsp:txXfrm rot="-10800000">
        <a:off x="0" y="1479"/>
        <a:ext cx="2628900" cy="780584"/>
      </dsp:txXfrm>
    </dsp:sp>
    <dsp:sp modelId="{745B0C3D-B28D-48F4-A263-B68B7EF72694}">
      <dsp:nvSpPr>
        <dsp:cNvPr id="0" name=""/>
        <dsp:cNvSpPr/>
      </dsp:nvSpPr>
      <dsp:spPr>
        <a:xfrm>
          <a:off x="2628900" y="1479"/>
          <a:ext cx="7886700" cy="78058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241300" rIns="159980" bIns="24130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ptos Display" panose="020F0302020204030204"/>
            </a:rPr>
            <a:t> Send Windows Defender logs to Wazuh Server</a:t>
          </a:r>
          <a:endParaRPr lang="en-US" sz="1900" kern="1200"/>
        </a:p>
      </dsp:txBody>
      <dsp:txXfrm>
        <a:off x="2628900" y="1479"/>
        <a:ext cx="7886700" cy="7805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1C528B-76E8-4C47-9F04-7EE87A549F78}">
      <dsp:nvSpPr>
        <dsp:cNvPr id="0" name=""/>
        <dsp:cNvSpPr/>
      </dsp:nvSpPr>
      <dsp:spPr>
        <a:xfrm>
          <a:off x="1020487" y="940429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D7530-0BA4-41DC-B1FC-977B66B57063}">
      <dsp:nvSpPr>
        <dsp:cNvPr id="0" name=""/>
        <dsp:cNvSpPr/>
      </dsp:nvSpPr>
      <dsp:spPr>
        <a:xfrm>
          <a:off x="393" y="214522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What did we find?</a:t>
          </a:r>
        </a:p>
      </dsp:txBody>
      <dsp:txXfrm>
        <a:off x="393" y="2145222"/>
        <a:ext cx="3138750" cy="470812"/>
      </dsp:txXfrm>
    </dsp:sp>
    <dsp:sp modelId="{C2E579CA-470A-4745-B36B-1DF3A5D7DFF5}">
      <dsp:nvSpPr>
        <dsp:cNvPr id="0" name=""/>
        <dsp:cNvSpPr/>
      </dsp:nvSpPr>
      <dsp:spPr>
        <a:xfrm>
          <a:off x="393" y="2665444"/>
          <a:ext cx="3138750" cy="74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12 out of 30 scenarios were blocked from Windows Defender</a:t>
          </a:r>
        </a:p>
      </dsp:txBody>
      <dsp:txXfrm>
        <a:off x="393" y="2665444"/>
        <a:ext cx="3138750" cy="745463"/>
      </dsp:txXfrm>
    </dsp:sp>
    <dsp:sp modelId="{2403479F-B607-455A-9136-9FEF2154390E}">
      <dsp:nvSpPr>
        <dsp:cNvPr id="0" name=""/>
        <dsp:cNvSpPr/>
      </dsp:nvSpPr>
      <dsp:spPr>
        <a:xfrm>
          <a:off x="4708518" y="940429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CA450-4FF1-4CE9-AABB-CB53BA578D61}">
      <dsp:nvSpPr>
        <dsp:cNvPr id="0" name=""/>
        <dsp:cNvSpPr/>
      </dsp:nvSpPr>
      <dsp:spPr>
        <a:xfrm>
          <a:off x="3688425" y="214522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What didn't Windows Defender pick up?</a:t>
          </a:r>
        </a:p>
      </dsp:txBody>
      <dsp:txXfrm>
        <a:off x="3688425" y="2145222"/>
        <a:ext cx="3138750" cy="470812"/>
      </dsp:txXfrm>
    </dsp:sp>
    <dsp:sp modelId="{BBEA87CA-A16B-433D-B90E-2DFEEE4F8DA7}">
      <dsp:nvSpPr>
        <dsp:cNvPr id="0" name=""/>
        <dsp:cNvSpPr/>
      </dsp:nvSpPr>
      <dsp:spPr>
        <a:xfrm>
          <a:off x="3688425" y="2665444"/>
          <a:ext cx="3138750" cy="74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Windows Defender didn't pick up Lumma Stealer saved to Memory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Was able to download payload via Mshta (T1218.005)</a:t>
          </a:r>
        </a:p>
      </dsp:txBody>
      <dsp:txXfrm>
        <a:off x="3688425" y="2665444"/>
        <a:ext cx="3138750" cy="745463"/>
      </dsp:txXfrm>
    </dsp:sp>
    <dsp:sp modelId="{A6914751-E159-4419-AC50-49F5FF1F2A11}">
      <dsp:nvSpPr>
        <dsp:cNvPr id="0" name=""/>
        <dsp:cNvSpPr/>
      </dsp:nvSpPr>
      <dsp:spPr>
        <a:xfrm>
          <a:off x="8396550" y="940429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4B1B8-CD65-4C82-8056-FB362933A3D8}">
      <dsp:nvSpPr>
        <dsp:cNvPr id="0" name=""/>
        <dsp:cNvSpPr/>
      </dsp:nvSpPr>
      <dsp:spPr>
        <a:xfrm>
          <a:off x="7376456" y="214522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What can we see on the Wazuh?</a:t>
          </a:r>
        </a:p>
      </dsp:txBody>
      <dsp:txXfrm>
        <a:off x="7376456" y="2145222"/>
        <a:ext cx="3138750" cy="470812"/>
      </dsp:txXfrm>
    </dsp:sp>
    <dsp:sp modelId="{2E869B1C-FE65-4351-ADE2-463CD809C266}">
      <dsp:nvSpPr>
        <dsp:cNvPr id="0" name=""/>
        <dsp:cNvSpPr/>
      </dsp:nvSpPr>
      <dsp:spPr>
        <a:xfrm>
          <a:off x="7376456" y="2665444"/>
          <a:ext cx="3138750" cy="74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can see all the alerts from Windows Defender</a:t>
          </a:r>
        </a:p>
      </dsp:txBody>
      <dsp:txXfrm>
        <a:off x="7376456" y="2665444"/>
        <a:ext cx="3138750" cy="7454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NZ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NZ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33CC3E-0265-4007-B728-B44E334889E5}" type="slidenum"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90000"/>
              </a:lnSpc>
              <a:spcBef>
                <a:spcPts val="1001"/>
              </a:spcBef>
              <a:buNone/>
            </a:pPr>
            <a:endParaRPr lang="en-NZ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499"/>
              </a:spcBef>
              <a:buNone/>
            </a:pPr>
            <a:endParaRPr lang="en-NZ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NZ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N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605E06-99A7-4643-9397-30F1A2CCF6DF}" type="slidenum">
              <a:rPr lang="en-NZ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7FF1E5-C9A2-49D6-B225-F5BF2C7A7DC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EC3D53-802F-44A0-8DB7-EC66912DA5C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D5669E-3122-4257-A235-D360A5AF830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2DC2AA-64F1-4E28-97CE-D6EA993929E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6DFA29-49B6-475F-9788-91B7D20D372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741D55-267A-4EDF-8BEC-6C2C1F3E47C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D186C1-5848-41BA-8B1B-63D3972A457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A5816C-357F-4377-B548-EF17A4226E2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47356C-E998-49EC-803E-ACCBD36F8D0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C1076E-1952-4FF4-BE3F-CA9FCCB3299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NZ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NZ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600D3E-2CD8-44FF-AFDA-C01DC673506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NZ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3.xml"/><Relationship Id="rId2" Type="http://schemas.openxmlformats.org/officeDocument/2006/relationships/diagramLayout" Target="../diagrams/layout3.xml"/><Relationship Id="rId3" Type="http://schemas.openxmlformats.org/officeDocument/2006/relationships/diagramQuickStyle" Target="../diagrams/quickStyle3.xml"/><Relationship Id="rId4" Type="http://schemas.openxmlformats.org/officeDocument/2006/relationships/diagramColors" Target="../diagrams/colors3.xml"/><Relationship Id="rId5" Type="http://schemas.microsoft.com/office/2007/relationships/diagramDrawing" Target="../diagrams/drawing3.xml"/><Relationship Id="rId6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diagramData" Target="../diagrams/data4.xml"/><Relationship Id="rId2" Type="http://schemas.openxmlformats.org/officeDocument/2006/relationships/diagramLayout" Target="../diagrams/layout4.xml"/><Relationship Id="rId3" Type="http://schemas.openxmlformats.org/officeDocument/2006/relationships/diagramQuickStyle" Target="../diagrams/quickStyle4.xml"/><Relationship Id="rId4" Type="http://schemas.openxmlformats.org/officeDocument/2006/relationships/diagramColors" Target="../diagrams/colors4.xml"/><Relationship Id="rId5" Type="http://schemas.microsoft.com/office/2007/relationships/diagramDrawing" Target="../diagrams/drawing4.xml"/><Relationship Id="rId6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7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160" y="0"/>
            <a:ext cx="7299720" cy="6857640"/>
          </a:xfrm>
          <a:custGeom>
            <a:avLst/>
            <a:gdLst>
              <a:gd name="textAreaLeft" fmla="*/ -360 w 7299720"/>
              <a:gd name="textAreaRight" fmla="*/ 7299720 w 7299720"/>
              <a:gd name="textAreaTop" fmla="*/ 0 h 6857640"/>
              <a:gd name="textAreaBottom" fmla="*/ 6858000 h 6857640"/>
              <a:gd name="GluePoint1X" fmla="*/ 1008599 w 7299977"/>
              <a:gd name="GluePoint1Y" fmla="*/ 0 h 6858000"/>
              <a:gd name="GluePoint2X" fmla="*/ 4420653 w 7299977"/>
              <a:gd name="GluePoint2Y" fmla="*/ 0 h 6858000"/>
              <a:gd name="GluePoint3X" fmla="*/ 5511704 w 7299977"/>
              <a:gd name="GluePoint3Y" fmla="*/ 0 h 6858000"/>
              <a:gd name="GluePoint4X" fmla="*/ 7299977 w 7299977"/>
              <a:gd name="GluePoint4Y" fmla="*/ 0 h 6858000"/>
              <a:gd name="GluePoint5X" fmla="*/ 7299977 w 7299977"/>
              <a:gd name="GluePoint5Y" fmla="*/ 6858000 h 6858000"/>
              <a:gd name="GluePoint6X" fmla="*/ 5511704 w 7299977"/>
              <a:gd name="GluePoint6Y" fmla="*/ 6858000 h 6858000"/>
              <a:gd name="GluePoint7X" fmla="*/ 4420653 w 7299977"/>
              <a:gd name="GluePoint7Y" fmla="*/ 6858000 h 6858000"/>
              <a:gd name="GluePoint8X" fmla="*/ 1592997 w 7299977"/>
              <a:gd name="GluePoint8Y" fmla="*/ 6858000 h 6858000"/>
              <a:gd name="GluePoint9X" fmla="*/ 1232473 w 7299977"/>
              <a:gd name="GluePoint9Y" fmla="*/ 6658805 h 6858000"/>
              <a:gd name="GluePoint10X" fmla="*/ 1075471 w 7299977"/>
              <a:gd name="GluePoint10Y" fmla="*/ 6431153 h 6858000"/>
              <a:gd name="GluePoint11X" fmla="*/ 1020229 w 7299977"/>
              <a:gd name="GluePoint11Y" fmla="*/ 6367127 h 6858000"/>
              <a:gd name="GluePoint12X" fmla="*/ 883579 w 7299977"/>
              <a:gd name="GluePoint12Y" fmla="*/ 6281757 h 6858000"/>
              <a:gd name="GluePoint13X" fmla="*/ 645167 w 7299977"/>
              <a:gd name="GluePoint13Y" fmla="*/ 6100347 h 6858000"/>
              <a:gd name="GluePoint14X" fmla="*/ 732391 w 7299977"/>
              <a:gd name="GluePoint14Y" fmla="*/ 6057663 h 6858000"/>
              <a:gd name="GluePoint15X" fmla="*/ 985339 w 7299977"/>
              <a:gd name="GluePoint15Y" fmla="*/ 6167932 h 6858000"/>
              <a:gd name="GluePoint16X" fmla="*/ 1168509 w 7299977"/>
              <a:gd name="GluePoint16Y" fmla="*/ 6196388 h 6858000"/>
              <a:gd name="GluePoint17X" fmla="*/ 909746 w 7299977"/>
              <a:gd name="GluePoint17Y" fmla="*/ 6004307 h 6858000"/>
              <a:gd name="GluePoint18X" fmla="*/ 659704 w 7299977"/>
              <a:gd name="GluePoint18Y" fmla="*/ 5755314 h 6858000"/>
              <a:gd name="GluePoint19X" fmla="*/ 851597 w 7299977"/>
              <a:gd name="GluePoint19Y" fmla="*/ 5801555 h 6858000"/>
              <a:gd name="GluePoint20X" fmla="*/ 860319 w 7299977"/>
              <a:gd name="GluePoint20Y" fmla="*/ 5769542 h 6858000"/>
              <a:gd name="GluePoint21X" fmla="*/ 691686 w 7299977"/>
              <a:gd name="GluePoint21Y" fmla="*/ 5474306 h 6858000"/>
              <a:gd name="GluePoint22X" fmla="*/ 610278 w 7299977"/>
              <a:gd name="GluePoint22Y" fmla="*/ 5353367 h 6858000"/>
              <a:gd name="GluePoint23X" fmla="*/ 238123 w 7299977"/>
              <a:gd name="GluePoint23Y" fmla="*/ 4994104 h 6858000"/>
              <a:gd name="GluePoint24X" fmla="*/ 592833 w 7299977"/>
              <a:gd name="GluePoint24Y" fmla="*/ 5154171 h 6858000"/>
              <a:gd name="GluePoint25X" fmla="*/ 226494 w 7299977"/>
              <a:gd name="GluePoint25Y" fmla="*/ 4805580 h 6858000"/>
              <a:gd name="GluePoint26X" fmla="*/ 49139 w 7299977"/>
              <a:gd name="GluePoint26Y" fmla="*/ 4677526 h 6858000"/>
              <a:gd name="GluePoint27X" fmla="*/ 5527 w 7299977"/>
              <a:gd name="GluePoint27Y" fmla="*/ 4602828 h 6858000"/>
              <a:gd name="GluePoint28X" fmla="*/ 84029 w 7299977"/>
              <a:gd name="GluePoint28Y" fmla="*/ 4585042 h 6858000"/>
              <a:gd name="GluePoint29X" fmla="*/ 325347 w 7299977"/>
              <a:gd name="GluePoint29Y" fmla="*/ 4613499 h 6858000"/>
              <a:gd name="GluePoint30X" fmla="*/ 25879 w 7299977"/>
              <a:gd name="GluePoint30Y" fmla="*/ 4378734 h 6858000"/>
              <a:gd name="GluePoint31X" fmla="*/ 249753 w 7299977"/>
              <a:gd name="GluePoint31Y" fmla="*/ 4414305 h 6858000"/>
              <a:gd name="GluePoint32X" fmla="*/ 313718 w 7299977"/>
              <a:gd name="GluePoint32Y" fmla="*/ 4321821 h 6858000"/>
              <a:gd name="GluePoint33X" fmla="*/ 418386 w 7299977"/>
              <a:gd name="GluePoint33Y" fmla="*/ 4172424 h 6858000"/>
              <a:gd name="GluePoint34X" fmla="*/ 491072 w 7299977"/>
              <a:gd name="GluePoint34Y" fmla="*/ 4090612 h 6858000"/>
              <a:gd name="GluePoint35X" fmla="*/ 520147 w 7299977"/>
              <a:gd name="GluePoint35Y" fmla="*/ 3827390 h 6858000"/>
              <a:gd name="GluePoint36X" fmla="*/ 459090 w 7299977"/>
              <a:gd name="GluePoint36Y" fmla="*/ 3539269 h 6858000"/>
              <a:gd name="GluePoint37X" fmla="*/ 290458 w 7299977"/>
              <a:gd name="GluePoint37Y" fmla="*/ 3393429 h 6858000"/>
              <a:gd name="GluePoint38X" fmla="*/ 339884 w 7299977"/>
              <a:gd name="GluePoint38Y" fmla="*/ 3229805 h 6858000"/>
              <a:gd name="GluePoint39X" fmla="*/ 697501 w 7299977"/>
              <a:gd name="GluePoint39Y" fmla="*/ 3329402 h 6858000"/>
              <a:gd name="GluePoint40X" fmla="*/ 165437 w 7299977"/>
              <a:gd name="GluePoint40Y" fmla="*/ 2941684 h 6858000"/>
              <a:gd name="GluePoint41X" fmla="*/ 255568 w 7299977"/>
              <a:gd name="GluePoint41Y" fmla="*/ 2923898 h 6858000"/>
              <a:gd name="GluePoint42X" fmla="*/ 578296 w 7299977"/>
              <a:gd name="GluePoint42Y" fmla="*/ 2703362 h 6858000"/>
              <a:gd name="GluePoint43X" fmla="*/ 595740 w 7299977"/>
              <a:gd name="GluePoint43Y" fmla="*/ 2692689 h 6858000"/>
              <a:gd name="GluePoint44X" fmla="*/ 650982 w 7299977"/>
              <a:gd name="GluePoint44Y" fmla="*/ 2553965 h 6858000"/>
              <a:gd name="GluePoint45X" fmla="*/ 825429 w 7299977"/>
              <a:gd name="GluePoint45Y" fmla="*/ 2532623 h 6858000"/>
              <a:gd name="GluePoint46X" fmla="*/ 970802 w 7299977"/>
              <a:gd name="GluePoint46Y" fmla="*/ 2564636 h 6858000"/>
              <a:gd name="GluePoint47X" fmla="*/ 1127805 w 7299977"/>
              <a:gd name="GluePoint47Y" fmla="*/ 2525509 h 6858000"/>
              <a:gd name="GluePoint48X" fmla="*/ 1267362 w 7299977"/>
              <a:gd name="GluePoint48Y" fmla="*/ 2543294 h 6858000"/>
              <a:gd name="GluePoint49X" fmla="*/ 1386568 w 7299977"/>
              <a:gd name="GluePoint49Y" fmla="*/ 2518395 h 6858000"/>
              <a:gd name="GluePoint50X" fmla="*/ 1270270 w 7299977"/>
              <a:gd name="GluePoint50Y" fmla="*/ 2401012 h 6858000"/>
              <a:gd name="GluePoint51X" fmla="*/ 1107453 w 7299977"/>
              <a:gd name="GluePoint51Y" fmla="*/ 2401012 h 6858000"/>
              <a:gd name="GluePoint52X" fmla="*/ 991154 w 7299977"/>
              <a:gd name="GluePoint52Y" fmla="*/ 2326314 h 6858000"/>
              <a:gd name="GluePoint53X" fmla="*/ 880671 w 7299977"/>
              <a:gd name="GluePoint53Y" fmla="*/ 2191146 h 6858000"/>
              <a:gd name="GluePoint54X" fmla="*/ 491072 w 7299977"/>
              <a:gd name="GluePoint54Y" fmla="*/ 1974165 h 6858000"/>
              <a:gd name="GluePoint55X" fmla="*/ 421293 w 7299977"/>
              <a:gd name="GluePoint55Y" fmla="*/ 1892353 h 6858000"/>
              <a:gd name="GluePoint56X" fmla="*/ 1531941 w 7299977"/>
              <a:gd name="GluePoint56Y" fmla="*/ 2208931 h 6858000"/>
              <a:gd name="GluePoint57X" fmla="*/ 1188861 w 7299977"/>
              <a:gd name="GluePoint57Y" fmla="*/ 2077320 h 6858000"/>
              <a:gd name="GluePoint58X" fmla="*/ 1421458 w 7299977"/>
              <a:gd name="GluePoint58Y" fmla="*/ 2102219 h 6858000"/>
              <a:gd name="GluePoint59X" fmla="*/ 1549386 w 7299977"/>
              <a:gd name="GluePoint59Y" fmla="*/ 2013292 h 6858000"/>
              <a:gd name="GluePoint60X" fmla="*/ 1549386 w 7299977"/>
              <a:gd name="GluePoint60Y" fmla="*/ 1984836 h 6858000"/>
              <a:gd name="GluePoint61X" fmla="*/ 1453440 w 7299977"/>
              <a:gd name="GluePoint61Y" fmla="*/ 1903025 h 6858000"/>
              <a:gd name="GluePoint62X" fmla="*/ 1398198 w 7299977"/>
              <a:gd name="GluePoint62Y" fmla="*/ 1849668 h 6858000"/>
              <a:gd name="GluePoint63X" fmla="*/ 1247011 w 7299977"/>
              <a:gd name="GluePoint63Y" fmla="*/ 1657587 h 6858000"/>
              <a:gd name="GluePoint64X" fmla="*/ 1354586 w 7299977"/>
              <a:gd name="GluePoint64Y" fmla="*/ 1636245 h 6858000"/>
              <a:gd name="GluePoint65X" fmla="*/ 1395290 w 7299977"/>
              <a:gd name="GluePoint65Y" fmla="*/ 1597117 h 6858000"/>
              <a:gd name="GluePoint66X" fmla="*/ 1366216 w 7299977"/>
              <a:gd name="GluePoint66Y" fmla="*/ 1540204 h 6858000"/>
              <a:gd name="GluePoint67X" fmla="*/ 1031858 w 7299977"/>
              <a:gd name="GluePoint67Y" fmla="*/ 1365909 h 6858000"/>
              <a:gd name="GluePoint68X" fmla="*/ 1005692 w 7299977"/>
              <a:gd name="GluePoint68Y" fmla="*/ 1230741 h 6858000"/>
              <a:gd name="GluePoint69X" fmla="*/ 1069655 w 7299977"/>
              <a:gd name="GluePoint69Y" fmla="*/ 1209399 h 6858000"/>
              <a:gd name="GluePoint70X" fmla="*/ 1142342 w 7299977"/>
              <a:gd name="GluePoint70Y" fmla="*/ 1220069 h 6858000"/>
              <a:gd name="GluePoint71X" fmla="*/ 1084193 w 7299977"/>
              <a:gd name="GluePoint71Y" fmla="*/ 1113358 h 6858000"/>
              <a:gd name="GluePoint72X" fmla="*/ 848689 w 7299977"/>
              <a:gd name="GluePoint72Y" fmla="*/ 1006647 h 6858000"/>
              <a:gd name="GluePoint73X" fmla="*/ 805077 w 7299977"/>
              <a:gd name="GluePoint73Y" fmla="*/ 949734 h 6858000"/>
              <a:gd name="GluePoint74X" fmla="*/ 863226 w 7299977"/>
              <a:gd name="GluePoint74Y" fmla="*/ 921277 h 6858000"/>
              <a:gd name="GluePoint75X" fmla="*/ 906838 w 7299977"/>
              <a:gd name="GluePoint75Y" fmla="*/ 910606 h 6858000"/>
              <a:gd name="GluePoint76X" fmla="*/ 5527 w 7299977"/>
              <a:gd name="GluePoint76Y" fmla="*/ 465975 h 6858000"/>
              <a:gd name="GluePoint77X" fmla="*/ 209049 w 7299977"/>
              <a:gd name="GluePoint77Y" fmla="*/ 462417 h 6858000"/>
              <a:gd name="GluePoint78X" fmla="*/ 409664 w 7299977"/>
              <a:gd name="GluePoint78Y" fmla="*/ 533558 h 6858000"/>
              <a:gd name="GluePoint79X" fmla="*/ 621908 w 7299977"/>
              <a:gd name="GluePoint79Y" fmla="*/ 522887 h 6858000"/>
              <a:gd name="GluePoint80X" fmla="*/ 822522 w 7299977"/>
              <a:gd name="GluePoint80Y" fmla="*/ 558458 h 6858000"/>
              <a:gd name="GluePoint81X" fmla="*/ 996969 w 7299977"/>
              <a:gd name="GluePoint81Y" fmla="*/ 558458 h 6858000"/>
              <a:gd name="GluePoint82X" fmla="*/ 834151 w 7299977"/>
              <a:gd name="GluePoint82Y" fmla="*/ 505101 h 6858000"/>
              <a:gd name="GluePoint83X" fmla="*/ 773095 w 7299977"/>
              <a:gd name="GluePoint83Y" fmla="*/ 416176 h 6858000"/>
              <a:gd name="GluePoint84X" fmla="*/ 793447 w 7299977"/>
              <a:gd name="GluePoint84Y" fmla="*/ 334364 h 6858000"/>
              <a:gd name="GluePoint85X" fmla="*/ 860319 w 7299977"/>
              <a:gd name="GluePoint85Y" fmla="*/ 359262 h 6858000"/>
              <a:gd name="GluePoint86X" fmla="*/ 938820 w 7299977"/>
              <a:gd name="GluePoint86Y" fmla="*/ 451747 h 6858000"/>
              <a:gd name="GluePoint87X" fmla="*/ 956265 w 7299977"/>
              <a:gd name="GluePoint87Y" fmla="*/ 394834 h 6858000"/>
              <a:gd name="GluePoint88X" fmla="*/ 1002784 w 7299977"/>
              <a:gd name="GluePoint88Y" fmla="*/ 352148 h 6858000"/>
              <a:gd name="GluePoint89X" fmla="*/ 1270270 w 7299977"/>
              <a:gd name="GluePoint89Y" fmla="*/ 373491 h 6858000"/>
              <a:gd name="GluePoint90X" fmla="*/ 1092915 w 7299977"/>
              <a:gd name="GluePoint90Y" fmla="*/ 192082 h 6858000"/>
              <a:gd name="GluePoint91X" fmla="*/ 979525 w 7299977"/>
              <a:gd name="GluePoint91Y" fmla="*/ 163625 h 6858000"/>
              <a:gd name="GluePoint92X" fmla="*/ 953358 w 7299977"/>
              <a:gd name="GluePoint92Y" fmla="*/ 88927 h 6858000"/>
              <a:gd name="GluePoint93X" fmla="*/ 1005692 w 7299977"/>
              <a:gd name="GluePoint93Y" fmla="*/ 71141 h 6858000"/>
              <a:gd name="GluePoint94X" fmla="*/ 1267362 w 7299977"/>
              <a:gd name="GluePoint94Y" fmla="*/ 135168 h 6858000"/>
              <a:gd name="GluePoint95X" fmla="*/ 1310975 w 7299977"/>
              <a:gd name="GluePoint95Y" fmla="*/ 110269 h 6858000"/>
              <a:gd name="GluePoint96X" fmla="*/ 1008599 w 7299977"/>
              <a:gd name="GluePoint96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</a:cxnLst>
            <a:rect l="textAreaLeft" t="textAreaTop" r="textAreaRight" b="textAreaBottom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accent2"/>
          </a:solidFill>
          <a:ln w="32707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1065600"/>
            <a:ext cx="4952520" cy="472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HTCS6703 </a:t>
            </a:r>
            <a:br>
              <a:rPr sz="4400"/>
            </a:b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Network Security</a:t>
            </a:r>
            <a:br>
              <a:rPr sz="4400"/>
            </a:b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br>
              <a:rPr sz="4400"/>
            </a:b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Breach Simulation Demonstration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7538040" y="2618280"/>
            <a:ext cx="3815280" cy="163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By Oliver Smith, Ava Richards, Vivien Shen, Youngkwang Kweon</a:t>
            </a:r>
            <a:endParaRPr lang="en-NZ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41320" y="334800"/>
            <a:ext cx="10509120" cy="107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Overview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2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2760" y="0"/>
            <a:ext cx="10506240" cy="191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320" y="1513080"/>
            <a:ext cx="1050624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4" name="Diagram1"/>
          <p:cNvGraphicFramePr/>
          <p:nvPr>
            <p:extLst>
              <p:ext uri="{D42A27DB-BD31-4B8C-83A1-F6EECF244321}">
                <p14:modId xmlns:p14="http://schemas.microsoft.com/office/powerpoint/2010/main" val="2912838504"/>
              </p:ext>
            </p:extLst>
          </p:nvPr>
        </p:nvGraphicFramePr>
        <p:xfrm>
          <a:off x="838080" y="1737360"/>
          <a:ext cx="10506240" cy="4534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6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7000" cy="6857640"/>
          </a:xfrm>
          <a:custGeom>
            <a:avLst/>
            <a:gdLst>
              <a:gd name="textAreaLeft" fmla="*/ 0 w 4167000"/>
              <a:gd name="textAreaRight" fmla="*/ 4167360 w 4167000"/>
              <a:gd name="textAreaTop" fmla="*/ 0 h 6857640"/>
              <a:gd name="textAreaBottom" fmla="*/ 6858000 h 6857640"/>
              <a:gd name="GluePoint1X" fmla="*/ 0 w 4167271"/>
              <a:gd name="GluePoint1Y" fmla="*/ 0 h 6858000"/>
              <a:gd name="GluePoint2X" fmla="*/ 2259550 w 4167271"/>
              <a:gd name="GluePoint2Y" fmla="*/ 0 h 6858000"/>
              <a:gd name="GluePoint3X" fmla="*/ 2387803 w 4167271"/>
              <a:gd name="GluePoint3Y" fmla="*/ 82222 h 6858000"/>
              <a:gd name="GluePoint4X" fmla="*/ 4167271 w 4167271"/>
              <a:gd name="GluePoint4Y" fmla="*/ 3429000 h 6858000"/>
              <a:gd name="GluePoint5X" fmla="*/ 2387803 w 4167271"/>
              <a:gd name="GluePoint5Y" fmla="*/ 6775779 h 6858000"/>
              <a:gd name="GluePoint6X" fmla="*/ 2259550 w 4167271"/>
              <a:gd name="GluePoint6Y" fmla="*/ 6858000 h 6858000"/>
              <a:gd name="GluePoint7X" fmla="*/ 0 w 4167271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6880" y="1153440"/>
            <a:ext cx="3200040" cy="446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Why?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8" name="Arc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5200"/>
            <a:ext cx="4083120" cy="408312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0F9ED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610520" y="1254600"/>
            <a:ext cx="6906240" cy="88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To test the strength of Windows Defender from Lumma Stealer malware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cxnSp>
        <p:nvCxnSpPr>
          <p:cNvPr id="80" name="Straight Arrow Connector 4"/>
          <p:cNvCxnSpPr/>
          <p:nvPr/>
        </p:nvCxnSpPr>
        <p:spPr>
          <a:xfrm flipV="1">
            <a:off x="5235840" y="2454120"/>
            <a:ext cx="6009120" cy="32040"/>
          </a:xfrm>
          <a:prstGeom prst="straightConnector1">
            <a:avLst/>
          </a:prstGeom>
          <a:ln w="28575">
            <a:solidFill>
              <a:srgbClr val="E97132"/>
            </a:solidFill>
          </a:ln>
        </p:spPr>
      </p:cxnSp>
      <p:sp>
        <p:nvSpPr>
          <p:cNvPr id="81" name="Content Placeholder 2"/>
          <p:cNvSpPr/>
          <p:nvPr/>
        </p:nvSpPr>
        <p:spPr>
          <a:xfrm>
            <a:off x="4607640" y="2874600"/>
            <a:ext cx="6906240" cy="8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Logging and Alerting with Wazuh</a:t>
            </a:r>
            <a:endParaRPr lang="en-NZ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Straight Arrow Connector 12"/>
          <p:cNvCxnSpPr/>
          <p:nvPr/>
        </p:nvCxnSpPr>
        <p:spPr>
          <a:xfrm flipV="1">
            <a:off x="5235840" y="4077000"/>
            <a:ext cx="6009120" cy="32040"/>
          </a:xfrm>
          <a:prstGeom prst="straightConnector1">
            <a:avLst/>
          </a:prstGeom>
          <a:ln w="28575">
            <a:solidFill>
              <a:srgbClr val="E97132"/>
            </a:solidFill>
          </a:ln>
        </p:spPr>
      </p:cxnSp>
      <p:sp>
        <p:nvSpPr>
          <p:cNvPr id="83" name="Content Placeholder 2"/>
          <p:cNvSpPr/>
          <p:nvPr/>
        </p:nvSpPr>
        <p:spPr>
          <a:xfrm>
            <a:off x="4607640" y="4384440"/>
            <a:ext cx="7032960" cy="8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Simulating an Adversary Attack with AttackIQ</a:t>
            </a:r>
            <a:endParaRPr lang="en-NZ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30 scenarios of  Lumma Stealer malware aligned with MITRE ATT&amp;CK Framework</a:t>
            </a:r>
            <a:endParaRPr lang="en-NZ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Tools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5" name="VirtualBox" descr="https://upload.wikimedia.org/wikipedia/commons/d/d5/Virtualbox_logo.png"/>
          <p:cNvPicPr/>
          <p:nvPr/>
        </p:nvPicPr>
        <p:blipFill>
          <a:blip r:embed="rId1"/>
          <a:stretch/>
        </p:blipFill>
        <p:spPr>
          <a:xfrm>
            <a:off x="1398960" y="2188080"/>
            <a:ext cx="2472480" cy="247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Wazuh" descr="Wazuh Rebranding Announcement | Open Source XDR. Open Source SIEM"/>
          <p:cNvPicPr/>
          <p:nvPr/>
        </p:nvPicPr>
        <p:blipFill>
          <a:blip r:embed="rId2"/>
          <a:stretch/>
        </p:blipFill>
        <p:spPr>
          <a:xfrm>
            <a:off x="3717000" y="2238480"/>
            <a:ext cx="2381040" cy="238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AttackIQ" descr="A purple triangle with black text&#10;&#10;AI-generated content may be incorrect.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11880" y="2068560"/>
            <a:ext cx="4834800" cy="272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Defender" descr="File:Microsoft Defender 2020 Fluent Design icon.png - Wikipedia"/>
          <p:cNvPicPr/>
          <p:nvPr/>
        </p:nvPicPr>
        <p:blipFill>
          <a:blip r:embed="rId5"/>
          <a:srcRect l="1474" t="-345" r="-2205" b="-31"/>
          <a:stretch/>
        </p:blipFill>
        <p:spPr>
          <a:xfrm>
            <a:off x="5970960" y="2183400"/>
            <a:ext cx="2472480" cy="2466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9" name="Straight Arrow Connector 7"/>
          <p:cNvCxnSpPr/>
          <p:nvPr/>
        </p:nvCxnSpPr>
        <p:spPr>
          <a:xfrm flipV="1">
            <a:off x="1665720" y="5092920"/>
            <a:ext cx="9141840" cy="3600"/>
          </a:xfrm>
          <a:prstGeom prst="straightConnector1">
            <a:avLst/>
          </a:prstGeom>
          <a:ln w="28575">
            <a:solidFill>
              <a:srgbClr val="E97132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41320" y="255960"/>
            <a:ext cx="10506240" cy="10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System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2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5800" y="1634400"/>
            <a:ext cx="1045116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41320" y="1538280"/>
            <a:ext cx="1873080" cy="10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4" name="Diagram2"/>
          <p:cNvGraphicFramePr/>
          <p:nvPr>
            <p:extLst>
              <p:ext uri="{D42A27DB-BD31-4B8C-83A1-F6EECF244321}">
                <p14:modId xmlns:p14="http://schemas.microsoft.com/office/powerpoint/2010/main" val="3665942043"/>
              </p:ext>
            </p:extLst>
          </p:nvPr>
        </p:nvGraphicFramePr>
        <p:xfrm>
          <a:off x="838080" y="1926360"/>
          <a:ext cx="10515240" cy="4357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Technical Process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graphicFrame>
        <p:nvGraphicFramePr>
          <p:cNvPr id="96" name="Diagram3"/>
          <p:cNvGraphicFramePr/>
          <p:nvPr>
            <p:extLst>
              <p:ext uri="{D42A27DB-BD31-4B8C-83A1-F6EECF244321}">
                <p14:modId xmlns:p14="http://schemas.microsoft.com/office/powerpoint/2010/main" val="1741749546"/>
              </p:ext>
            </p:extLst>
          </p:nvPr>
        </p:nvGraphicFramePr>
        <p:xfrm>
          <a:off x="838080" y="1825560"/>
          <a:ext cx="10515240" cy="435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31080" y="639360"/>
            <a:ext cx="3428640" cy="171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GB" sz="5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Wazuh Dashboard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9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2573640"/>
            <a:ext cx="3254760" cy="18000"/>
          </a:xfrm>
          <a:custGeom>
            <a:avLst/>
            <a:gdLst>
              <a:gd name="textAreaLeft" fmla="*/ 0 w 3254760"/>
              <a:gd name="textAreaRight" fmla="*/ 3255120 w 3254760"/>
              <a:gd name="textAreaTop" fmla="*/ 0 h 18000"/>
              <a:gd name="textAreaBottom" fmla="*/ 18360 h 18000"/>
              <a:gd name="GluePoint1X" fmla="*/ 0 w 3255095"/>
              <a:gd name="GluePoint1Y" fmla="*/ 0 h 18288"/>
              <a:gd name="GluePoint2X" fmla="*/ 618468 w 3255095"/>
              <a:gd name="GluePoint2Y" fmla="*/ 0 h 18288"/>
              <a:gd name="GluePoint3X" fmla="*/ 1269487 w 3255095"/>
              <a:gd name="GluePoint3Y" fmla="*/ 0 h 18288"/>
              <a:gd name="GluePoint4X" fmla="*/ 1953057 w 3255095"/>
              <a:gd name="GluePoint4Y" fmla="*/ 0 h 18288"/>
              <a:gd name="GluePoint5X" fmla="*/ 2636627 w 3255095"/>
              <a:gd name="GluePoint5Y" fmla="*/ 0 h 18288"/>
              <a:gd name="GluePoint6X" fmla="*/ 3255095 w 3255095"/>
              <a:gd name="GluePoint6Y" fmla="*/ 0 h 18288"/>
              <a:gd name="GluePoint7X" fmla="*/ 3255095 w 3255095"/>
              <a:gd name="GluePoint7Y" fmla="*/ 18288 h 18288"/>
              <a:gd name="GluePoint8X" fmla="*/ 2538974 w 3255095"/>
              <a:gd name="GluePoint8Y" fmla="*/ 18288 h 18288"/>
              <a:gd name="GluePoint9X" fmla="*/ 1822853 w 3255095"/>
              <a:gd name="GluePoint9Y" fmla="*/ 18288 h 18288"/>
              <a:gd name="GluePoint10X" fmla="*/ 1171834 w 3255095"/>
              <a:gd name="GluePoint10Y" fmla="*/ 18288 h 18288"/>
              <a:gd name="GluePoint11X" fmla="*/ 0 w 3255095"/>
              <a:gd name="GluePoint11Y" fmla="*/ 18288 h 18288"/>
              <a:gd name="GluePoint12X" fmla="*/ 0 w 3255095"/>
              <a:gd name="GluePoint12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fill="none" w="3255095" h="18288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stroke="0" w="3255095" h="18288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38100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31080" y="2807280"/>
            <a:ext cx="3428640" cy="341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1" name="Content Placeholder 3"/>
          <p:cNvPicPr/>
          <p:nvPr/>
        </p:nvPicPr>
        <p:blipFill>
          <a:blip r:embed="rId1"/>
          <a:stretch/>
        </p:blipFill>
        <p:spPr>
          <a:xfrm>
            <a:off x="4654440" y="831600"/>
            <a:ext cx="6903360" cy="519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39000" y="457200"/>
            <a:ext cx="10909440" cy="136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AttackIQ Dashboard</a:t>
            </a:r>
            <a:endParaRPr lang="en-US" sz="6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4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960" y="1850760"/>
            <a:ext cx="3291480" cy="18000"/>
          </a:xfrm>
          <a:custGeom>
            <a:avLst/>
            <a:gdLst>
              <a:gd name="textAreaLeft" fmla="*/ 0 w 3291480"/>
              <a:gd name="textAreaRight" fmla="*/ 3291840 w 3291480"/>
              <a:gd name="textAreaTop" fmla="*/ 0 h 18000"/>
              <a:gd name="textAreaBottom" fmla="*/ 18360 h 18000"/>
              <a:gd name="GluePoint1X" fmla="*/ 0 w 3291840"/>
              <a:gd name="GluePoint1Y" fmla="*/ 0 h 18288"/>
              <a:gd name="GluePoint2X" fmla="*/ 658368 w 3291840"/>
              <a:gd name="GluePoint2Y" fmla="*/ 0 h 18288"/>
              <a:gd name="GluePoint3X" fmla="*/ 1283818 w 3291840"/>
              <a:gd name="GluePoint3Y" fmla="*/ 0 h 18288"/>
              <a:gd name="GluePoint4X" fmla="*/ 1909267 w 3291840"/>
              <a:gd name="GluePoint4Y" fmla="*/ 0 h 18288"/>
              <a:gd name="GluePoint5X" fmla="*/ 2633472 w 3291840"/>
              <a:gd name="GluePoint5Y" fmla="*/ 0 h 18288"/>
              <a:gd name="GluePoint6X" fmla="*/ 3291840 w 3291840"/>
              <a:gd name="GluePoint6Y" fmla="*/ 0 h 18288"/>
              <a:gd name="GluePoint7X" fmla="*/ 3291840 w 3291840"/>
              <a:gd name="GluePoint7Y" fmla="*/ 18288 h 18288"/>
              <a:gd name="GluePoint8X" fmla="*/ 2633472 w 3291840"/>
              <a:gd name="GluePoint8Y" fmla="*/ 18288 h 18288"/>
              <a:gd name="GluePoint9X" fmla="*/ 2073859 w 3291840"/>
              <a:gd name="GluePoint9Y" fmla="*/ 18288 h 18288"/>
              <a:gd name="GluePoint10X" fmla="*/ 1448410 w 3291840"/>
              <a:gd name="GluePoint10Y" fmla="*/ 18288 h 18288"/>
              <a:gd name="GluePoint11X" fmla="*/ 822960 w 3291840"/>
              <a:gd name="GluePoint11Y" fmla="*/ 18288 h 18288"/>
              <a:gd name="GluePoint12X" fmla="*/ 0 w 3291840"/>
              <a:gd name="GluePoint12Y" fmla="*/ 18288 h 18288"/>
              <a:gd name="GluePoint13X" fmla="*/ 0 w 3291840"/>
              <a:gd name="GluePoint13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fill="none" w="3291840" h="18288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stroke="0" w="3291840" h="18288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5" name="Content Placeholder 6" descr="https://www.attackiq.com/wp-content/uploads/2020/12/comp-figure-2.jpg"/>
          <p:cNvPicPr/>
          <p:nvPr/>
        </p:nvPicPr>
        <p:blipFill>
          <a:blip r:embed="rId1"/>
          <a:stretch/>
        </p:blipFill>
        <p:spPr>
          <a:xfrm>
            <a:off x="1983240" y="1825560"/>
            <a:ext cx="822528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39000" y="457200"/>
            <a:ext cx="10909440" cy="136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AttackIQ Flex</a:t>
            </a:r>
            <a:endParaRPr lang="en-US" sz="6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8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960" y="1850760"/>
            <a:ext cx="3291480" cy="18000"/>
          </a:xfrm>
          <a:custGeom>
            <a:avLst/>
            <a:gdLst>
              <a:gd name="textAreaLeft" fmla="*/ 0 w 3291480"/>
              <a:gd name="textAreaRight" fmla="*/ 3291840 w 3291480"/>
              <a:gd name="textAreaTop" fmla="*/ 0 h 18000"/>
              <a:gd name="textAreaBottom" fmla="*/ 18360 h 18000"/>
              <a:gd name="GluePoint1X" fmla="*/ 0 w 3291840"/>
              <a:gd name="GluePoint1Y" fmla="*/ 0 h 18288"/>
              <a:gd name="GluePoint2X" fmla="*/ 658368 w 3291840"/>
              <a:gd name="GluePoint2Y" fmla="*/ 0 h 18288"/>
              <a:gd name="GluePoint3X" fmla="*/ 1283818 w 3291840"/>
              <a:gd name="GluePoint3Y" fmla="*/ 0 h 18288"/>
              <a:gd name="GluePoint4X" fmla="*/ 1909267 w 3291840"/>
              <a:gd name="GluePoint4Y" fmla="*/ 0 h 18288"/>
              <a:gd name="GluePoint5X" fmla="*/ 2633472 w 3291840"/>
              <a:gd name="GluePoint5Y" fmla="*/ 0 h 18288"/>
              <a:gd name="GluePoint6X" fmla="*/ 3291840 w 3291840"/>
              <a:gd name="GluePoint6Y" fmla="*/ 0 h 18288"/>
              <a:gd name="GluePoint7X" fmla="*/ 3291840 w 3291840"/>
              <a:gd name="GluePoint7Y" fmla="*/ 18288 h 18288"/>
              <a:gd name="GluePoint8X" fmla="*/ 2633472 w 3291840"/>
              <a:gd name="GluePoint8Y" fmla="*/ 18288 h 18288"/>
              <a:gd name="GluePoint9X" fmla="*/ 2073859 w 3291840"/>
              <a:gd name="GluePoint9Y" fmla="*/ 18288 h 18288"/>
              <a:gd name="GluePoint10X" fmla="*/ 1448410 w 3291840"/>
              <a:gd name="GluePoint10Y" fmla="*/ 18288 h 18288"/>
              <a:gd name="GluePoint11X" fmla="*/ 822960 w 3291840"/>
              <a:gd name="GluePoint11Y" fmla="*/ 18288 h 18288"/>
              <a:gd name="GluePoint12X" fmla="*/ 0 w 3291840"/>
              <a:gd name="GluePoint12Y" fmla="*/ 18288 h 18288"/>
              <a:gd name="GluePoint13X" fmla="*/ 0 w 3291840"/>
              <a:gd name="GluePoint13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fill="none" w="3291840" h="18288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stroke="0" w="3291840" h="18288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9" name="Content Placeholder 3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320040" y="2992680"/>
            <a:ext cx="5614200" cy="290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4" descr="A screenshot of a computer&#10;&#10;AI-generated content may be incorrect."/>
          <p:cNvPicPr/>
          <p:nvPr/>
        </p:nvPicPr>
        <p:blipFill>
          <a:blip r:embed="rId2"/>
          <a:stretch/>
        </p:blipFill>
        <p:spPr>
          <a:xfrm>
            <a:off x="6254640" y="2999880"/>
            <a:ext cx="5614200" cy="28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31080" y="457200"/>
            <a:ext cx="4343040" cy="192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Alerting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3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471560" y="1412640"/>
            <a:ext cx="1554120" cy="18000"/>
          </a:xfrm>
          <a:custGeom>
            <a:avLst/>
            <a:gdLst>
              <a:gd name="textAreaLeft" fmla="*/ 0 w 1554120"/>
              <a:gd name="textAreaRight" fmla="*/ 1554480 w 1554120"/>
              <a:gd name="textAreaTop" fmla="*/ 0 h 18000"/>
              <a:gd name="textAreaBottom" fmla="*/ 18360 h 18000"/>
              <a:gd name="GluePoint1X" fmla="*/ 0 w 1554480"/>
              <a:gd name="GluePoint1Y" fmla="*/ 0 h 18288"/>
              <a:gd name="GluePoint2X" fmla="*/ 549250 w 1554480"/>
              <a:gd name="GluePoint2Y" fmla="*/ 0 h 18288"/>
              <a:gd name="GluePoint3X" fmla="*/ 1082954 w 1554480"/>
              <a:gd name="GluePoint3Y" fmla="*/ 0 h 18288"/>
              <a:gd name="GluePoint4X" fmla="*/ 1554480 w 1554480"/>
              <a:gd name="GluePoint4Y" fmla="*/ 0 h 18288"/>
              <a:gd name="GluePoint5X" fmla="*/ 1554480 w 1554480"/>
              <a:gd name="GluePoint5Y" fmla="*/ 18288 h 18288"/>
              <a:gd name="GluePoint6X" fmla="*/ 1067410 w 1554480"/>
              <a:gd name="GluePoint6Y" fmla="*/ 18288 h 18288"/>
              <a:gd name="GluePoint7X" fmla="*/ 549250 w 1554480"/>
              <a:gd name="GluePoint7Y" fmla="*/ 18288 h 18288"/>
              <a:gd name="GluePoint8X" fmla="*/ 0 w 1554480"/>
              <a:gd name="GluePoint8Y" fmla="*/ 18288 h 18288"/>
              <a:gd name="GluePoint9X" fmla="*/ 0 w 1554480"/>
              <a:gd name="GluePoint9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fill="none" w="1554480" h="18288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stroke="0" w="1554480" h="18288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14" name="Picture 5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7035480" y="800640"/>
            <a:ext cx="4041000" cy="500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Content Placeholder 3" descr="A screenshot of a computer&#10;&#10;AI-generated content may be incorrect."/>
          <p:cNvPicPr/>
          <p:nvPr/>
        </p:nvPicPr>
        <p:blipFill>
          <a:blip r:embed="rId2"/>
          <a:stretch/>
        </p:blipFill>
        <p:spPr>
          <a:xfrm>
            <a:off x="630360" y="2836800"/>
            <a:ext cx="5467680" cy="29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2"/>
          <p:cNvSpPr/>
          <p:nvPr/>
        </p:nvSpPr>
        <p:spPr>
          <a:xfrm>
            <a:off x="7122600" y="6075000"/>
            <a:ext cx="2285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ptos"/>
              </a:rPr>
              <a:t>Wazuh alert details</a:t>
            </a:r>
            <a:endParaRPr lang="en-NZ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Results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18" name="Content Placeholder 3" descr="A screenshot of a computer error&#10;&#10;AI-generated content may be incorrect."/>
          <p:cNvPicPr/>
          <p:nvPr/>
        </p:nvPicPr>
        <p:blipFill>
          <a:blip r:embed="rId1"/>
          <a:stretch/>
        </p:blipFill>
        <p:spPr>
          <a:xfrm>
            <a:off x="834840" y="2223720"/>
            <a:ext cx="10528200" cy="274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2"/>
          <p:cNvSpPr/>
          <p:nvPr/>
        </p:nvSpPr>
        <p:spPr>
          <a:xfrm>
            <a:off x="952560" y="5154120"/>
            <a:ext cx="2698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ptos"/>
              </a:rPr>
              <a:t>From the AttackIQ report</a:t>
            </a:r>
            <a:endParaRPr lang="en-NZ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Result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graphicFrame>
        <p:nvGraphicFramePr>
          <p:cNvPr id="121" name="Diagram4"/>
          <p:cNvGraphicFramePr/>
          <p:nvPr>
            <p:extLst>
              <p:ext uri="{D42A27DB-BD31-4B8C-83A1-F6EECF244321}">
                <p14:modId xmlns:p14="http://schemas.microsoft.com/office/powerpoint/2010/main" val="2150622571"/>
              </p:ext>
            </p:extLst>
          </p:nvPr>
        </p:nvGraphicFramePr>
        <p:xfrm>
          <a:off x="838080" y="1825560"/>
          <a:ext cx="10515240" cy="4350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Conclusion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What can we do going forward?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Reduce account permissions and disable unused applications.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Filter Network Traffic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Feed Powershell logs into Wazuh for better monitoring when it comes to detecting: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T1059.001, T1027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br>
              <a:rPr sz="4800"/>
            </a:b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Up next, Business presentation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  <a:p>
            <a:pPr indent="0" algn="l" defTabSz="914400">
              <a:lnSpc>
                <a:spcPct val="90000"/>
              </a:lnSpc>
              <a:buNone/>
            </a:pP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2025-05-19T03:55:13Z</dcterms:created>
  <dc:creator/>
  <dc:description/>
  <dc:language>en-NZ</dc:language>
  <cp:lastModifiedBy/>
  <dcterms:modified xsi:type="dcterms:W3CDTF">2026-08-20T17:10:53Z</dcterms:modified>
  <cp:revision>86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