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7" r:id="rId4"/>
    <p:sldId id="264" r:id="rId5"/>
    <p:sldId id="267" r:id="rId6"/>
    <p:sldId id="268" r:id="rId7"/>
    <p:sldId id="269" r:id="rId8"/>
    <p:sldId id="259" r:id="rId9"/>
    <p:sldId id="270" r:id="rId10"/>
    <p:sldId id="271" r:id="rId11"/>
    <p:sldId id="275" r:id="rId12"/>
    <p:sldId id="274" r:id="rId13"/>
    <p:sldId id="260" r:id="rId14"/>
    <p:sldId id="280" r:id="rId15"/>
    <p:sldId id="279" r:id="rId16"/>
    <p:sldId id="26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BBAAFC-9D2F-97A2-5786-7B0A4089159E}" v="63" dt="2025-10-09T22:03:50.947"/>
    <p1510:client id="{1653DB69-C4C3-1376-90CF-E3DCA5B7C084}" v="37" dt="2025-10-10T01:43:27.314"/>
    <p1510:client id="{BF4BA7D9-9F48-980C-3CD5-4D18C7EE85A0}" v="12" dt="2025-10-11T04:03:55.6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0C5907-93F2-4827-AC09-1F929FD47518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9B3468F-8306-4BB4-AB5C-8F0DA559B724}">
      <dgm:prSet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400" b="0" u="none" dirty="0">
              <a:latin typeface="Aptos"/>
              <a:ea typeface="+mn-ea"/>
              <a:cs typeface="+mn-cs"/>
            </a:rPr>
            <a:t>What is ESRM</a:t>
          </a:r>
          <a:r>
            <a:rPr lang="en-US" sz="1400" b="0" dirty="0">
              <a:latin typeface="Aptos"/>
              <a:ea typeface="+mn-ea"/>
              <a:cs typeface="+mn-cs"/>
            </a:rPr>
            <a:t> ?</a:t>
          </a:r>
          <a:r>
            <a:rPr lang="en-US" sz="3600" b="1" dirty="0">
              <a:latin typeface="Aptos"/>
              <a:ea typeface="+mn-ea"/>
              <a:cs typeface="+mn-cs"/>
            </a:rPr>
            <a:t> </a:t>
          </a:r>
          <a:endParaRPr lang="en-US" sz="3600" dirty="0">
            <a:latin typeface="Aptos"/>
            <a:ea typeface="+mn-ea"/>
            <a:cs typeface="+mn-cs"/>
          </a:endParaRPr>
        </a:p>
      </dgm:t>
    </dgm:pt>
    <dgm:pt modelId="{C2F89DC1-D579-4292-824B-B6285BCF6DE5}" type="parTrans" cxnId="{653A7404-3C48-4A68-9285-AE8739D4D290}">
      <dgm:prSet/>
      <dgm:spPr/>
      <dgm:t>
        <a:bodyPr/>
        <a:lstStyle/>
        <a:p>
          <a:endParaRPr lang="en-US"/>
        </a:p>
      </dgm:t>
    </dgm:pt>
    <dgm:pt modelId="{A28E5600-2E5A-48C0-B6BC-89B6B25B257F}" type="sibTrans" cxnId="{653A7404-3C48-4A68-9285-AE8739D4D290}">
      <dgm:prSet/>
      <dgm:spPr/>
      <dgm:t>
        <a:bodyPr/>
        <a:lstStyle/>
        <a:p>
          <a:endParaRPr lang="en-US"/>
        </a:p>
      </dgm:t>
    </dgm:pt>
    <dgm:pt modelId="{3EA46578-7418-40C7-9B6B-D6A405725249}">
      <dgm:prSet custT="1"/>
      <dgm:spPr/>
      <dgm:t>
        <a:bodyPr/>
        <a:lstStyle/>
        <a:p>
          <a:pPr algn="ctr">
            <a:lnSpc>
              <a:spcPct val="90000"/>
            </a:lnSpc>
          </a:pPr>
          <a:r>
            <a:rPr lang="en-US" sz="1400" dirty="0">
              <a:latin typeface="Aptos" panose="020B0004020202020204"/>
              <a:ea typeface="+mn-ea"/>
              <a:cs typeface="+mn-cs"/>
            </a:rPr>
            <a:t>Aligns system security with business objectives.</a:t>
          </a:r>
        </a:p>
      </dgm:t>
    </dgm:pt>
    <dgm:pt modelId="{1521BF4F-1B7F-44D7-AD56-1D04529BBDB1}" type="parTrans" cxnId="{C7368663-3823-4344-93D0-B8F153860971}">
      <dgm:prSet/>
      <dgm:spPr/>
      <dgm:t>
        <a:bodyPr/>
        <a:lstStyle/>
        <a:p>
          <a:endParaRPr lang="en-US"/>
        </a:p>
      </dgm:t>
    </dgm:pt>
    <dgm:pt modelId="{042DD6E0-00BF-4B49-BB24-BC9A7DAC3836}" type="sibTrans" cxnId="{C7368663-3823-4344-93D0-B8F153860971}">
      <dgm:prSet/>
      <dgm:spPr/>
      <dgm:t>
        <a:bodyPr/>
        <a:lstStyle/>
        <a:p>
          <a:endParaRPr lang="en-US"/>
        </a:p>
      </dgm:t>
    </dgm:pt>
    <dgm:pt modelId="{6169E135-655D-4133-AA63-1E01AB7FD33B}">
      <dgm:prSet custT="1"/>
      <dgm:spPr/>
      <dgm:t>
        <a:bodyPr/>
        <a:lstStyle/>
        <a:p>
          <a:pPr algn="ctr">
            <a:lnSpc>
              <a:spcPct val="90000"/>
            </a:lnSpc>
          </a:pPr>
          <a:r>
            <a:rPr lang="en-US" sz="1400" dirty="0">
              <a:latin typeface="Aptos" panose="020B0004020202020204"/>
              <a:ea typeface="+mn-ea"/>
              <a:cs typeface="+mn-cs"/>
            </a:rPr>
            <a:t>Requires cyber professionals and stakeholders to work together.</a:t>
          </a:r>
        </a:p>
      </dgm:t>
    </dgm:pt>
    <dgm:pt modelId="{538CAFF7-57F1-4E61-86F0-A78AB01D10B3}" type="parTrans" cxnId="{17AC011F-1A41-4426-83A1-5453EEBB3E01}">
      <dgm:prSet/>
      <dgm:spPr/>
      <dgm:t>
        <a:bodyPr/>
        <a:lstStyle/>
        <a:p>
          <a:endParaRPr lang="en-US"/>
        </a:p>
      </dgm:t>
    </dgm:pt>
    <dgm:pt modelId="{0BF131EC-ACBC-4F5C-8FE8-63C73835B361}" type="sibTrans" cxnId="{17AC011F-1A41-4426-83A1-5453EEBB3E01}">
      <dgm:prSet/>
      <dgm:spPr/>
      <dgm:t>
        <a:bodyPr/>
        <a:lstStyle/>
        <a:p>
          <a:endParaRPr lang="en-US"/>
        </a:p>
      </dgm:t>
    </dgm:pt>
    <dgm:pt modelId="{B4A2BBB8-0100-4AAF-9AA0-9193D0F1908E}">
      <dgm:prSet custT="1"/>
      <dgm:spPr/>
      <dgm:t>
        <a:bodyPr/>
        <a:lstStyle/>
        <a:p>
          <a:pPr algn="ctr">
            <a:lnSpc>
              <a:spcPct val="90000"/>
            </a:lnSpc>
          </a:pPr>
          <a:r>
            <a:rPr lang="en-US" sz="1400" dirty="0">
              <a:latin typeface="Aptos" panose="020B0004020202020204"/>
              <a:ea typeface="+mn-ea"/>
              <a:cs typeface="+mn-cs"/>
            </a:rPr>
            <a:t>Latitude Finance</a:t>
          </a:r>
        </a:p>
      </dgm:t>
    </dgm:pt>
    <dgm:pt modelId="{167E5926-9317-441F-9F2F-D77A8A0409C4}" type="parTrans" cxnId="{F6F8DACB-A3F0-4956-B6DC-A4098E902385}">
      <dgm:prSet/>
      <dgm:spPr/>
      <dgm:t>
        <a:bodyPr/>
        <a:lstStyle/>
        <a:p>
          <a:endParaRPr lang="en-US"/>
        </a:p>
      </dgm:t>
    </dgm:pt>
    <dgm:pt modelId="{F2D1ED6C-E869-4115-85DC-A3E6048B9827}" type="sibTrans" cxnId="{F6F8DACB-A3F0-4956-B6DC-A4098E902385}">
      <dgm:prSet/>
      <dgm:spPr/>
      <dgm:t>
        <a:bodyPr/>
        <a:lstStyle/>
        <a:p>
          <a:endParaRPr lang="en-US"/>
        </a:p>
      </dgm:t>
    </dgm:pt>
    <dgm:pt modelId="{CEC107B2-4619-4206-A73D-AE2C8E35AA2B}" type="pres">
      <dgm:prSet presAssocID="{DE0C5907-93F2-4827-AC09-1F929FD4751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8B0C8A4-6FDD-4FDD-B712-F8C4733A8853}" type="pres">
      <dgm:prSet presAssocID="{19B3468F-8306-4BB4-AB5C-8F0DA559B724}" presName="hierRoot1" presStyleCnt="0"/>
      <dgm:spPr/>
    </dgm:pt>
    <dgm:pt modelId="{1CF9B0B4-3702-426A-A15C-231501FA6266}" type="pres">
      <dgm:prSet presAssocID="{19B3468F-8306-4BB4-AB5C-8F0DA559B724}" presName="composite" presStyleCnt="0"/>
      <dgm:spPr/>
    </dgm:pt>
    <dgm:pt modelId="{B5E0669B-9D3F-4978-86C2-9CEC1723D2A8}" type="pres">
      <dgm:prSet presAssocID="{19B3468F-8306-4BB4-AB5C-8F0DA559B724}" presName="background" presStyleLbl="node0" presStyleIdx="0" presStyleCnt="4"/>
      <dgm:spPr/>
    </dgm:pt>
    <dgm:pt modelId="{5A79D213-A477-42CD-913F-63635B3F3087}" type="pres">
      <dgm:prSet presAssocID="{19B3468F-8306-4BB4-AB5C-8F0DA559B724}" presName="text" presStyleLbl="fgAcc0" presStyleIdx="0" presStyleCnt="4">
        <dgm:presLayoutVars>
          <dgm:chPref val="3"/>
        </dgm:presLayoutVars>
      </dgm:prSet>
      <dgm:spPr/>
    </dgm:pt>
    <dgm:pt modelId="{AFE75195-A05B-41C2-BBF4-94027E4B79CE}" type="pres">
      <dgm:prSet presAssocID="{19B3468F-8306-4BB4-AB5C-8F0DA559B724}" presName="hierChild2" presStyleCnt="0"/>
      <dgm:spPr/>
    </dgm:pt>
    <dgm:pt modelId="{3273EA3D-9B4C-4C54-8E18-ED1AD7BE7592}" type="pres">
      <dgm:prSet presAssocID="{3EA46578-7418-40C7-9B6B-D6A405725249}" presName="hierRoot1" presStyleCnt="0"/>
      <dgm:spPr/>
    </dgm:pt>
    <dgm:pt modelId="{BCF2D466-0590-4424-9987-C6736C74DA24}" type="pres">
      <dgm:prSet presAssocID="{3EA46578-7418-40C7-9B6B-D6A405725249}" presName="composite" presStyleCnt="0"/>
      <dgm:spPr/>
    </dgm:pt>
    <dgm:pt modelId="{538AAB3D-6EBA-4C42-915E-C51B035CDC70}" type="pres">
      <dgm:prSet presAssocID="{3EA46578-7418-40C7-9B6B-D6A405725249}" presName="background" presStyleLbl="node0" presStyleIdx="1" presStyleCnt="4"/>
      <dgm:spPr/>
    </dgm:pt>
    <dgm:pt modelId="{B6CD9900-F187-4B44-BC01-7BB55A621BDA}" type="pres">
      <dgm:prSet presAssocID="{3EA46578-7418-40C7-9B6B-D6A405725249}" presName="text" presStyleLbl="fgAcc0" presStyleIdx="1" presStyleCnt="4">
        <dgm:presLayoutVars>
          <dgm:chPref val="3"/>
        </dgm:presLayoutVars>
      </dgm:prSet>
      <dgm:spPr/>
    </dgm:pt>
    <dgm:pt modelId="{55ADF094-DEF6-4AB1-989D-78C52D4D9E4C}" type="pres">
      <dgm:prSet presAssocID="{3EA46578-7418-40C7-9B6B-D6A405725249}" presName="hierChild2" presStyleCnt="0"/>
      <dgm:spPr/>
    </dgm:pt>
    <dgm:pt modelId="{8671273A-E89D-40C3-B84A-04496CBC4344}" type="pres">
      <dgm:prSet presAssocID="{6169E135-655D-4133-AA63-1E01AB7FD33B}" presName="hierRoot1" presStyleCnt="0"/>
      <dgm:spPr/>
    </dgm:pt>
    <dgm:pt modelId="{36DD4AF5-7884-47F9-9B90-6BA81E1FB822}" type="pres">
      <dgm:prSet presAssocID="{6169E135-655D-4133-AA63-1E01AB7FD33B}" presName="composite" presStyleCnt="0"/>
      <dgm:spPr/>
    </dgm:pt>
    <dgm:pt modelId="{D1564863-08F1-41FC-9EE4-F8381A8A0E85}" type="pres">
      <dgm:prSet presAssocID="{6169E135-655D-4133-AA63-1E01AB7FD33B}" presName="background" presStyleLbl="node0" presStyleIdx="2" presStyleCnt="4"/>
      <dgm:spPr/>
    </dgm:pt>
    <dgm:pt modelId="{B96066FD-3183-43D8-BEA4-D65BA29D3682}" type="pres">
      <dgm:prSet presAssocID="{6169E135-655D-4133-AA63-1E01AB7FD33B}" presName="text" presStyleLbl="fgAcc0" presStyleIdx="2" presStyleCnt="4">
        <dgm:presLayoutVars>
          <dgm:chPref val="3"/>
        </dgm:presLayoutVars>
      </dgm:prSet>
      <dgm:spPr/>
    </dgm:pt>
    <dgm:pt modelId="{42BEF189-7B5A-4802-BC91-592BE898C756}" type="pres">
      <dgm:prSet presAssocID="{6169E135-655D-4133-AA63-1E01AB7FD33B}" presName="hierChild2" presStyleCnt="0"/>
      <dgm:spPr/>
    </dgm:pt>
    <dgm:pt modelId="{360AE9C4-D6BB-4E62-A685-ACE6E9395F0E}" type="pres">
      <dgm:prSet presAssocID="{B4A2BBB8-0100-4AAF-9AA0-9193D0F1908E}" presName="hierRoot1" presStyleCnt="0"/>
      <dgm:spPr/>
    </dgm:pt>
    <dgm:pt modelId="{A6F3AC84-74FD-43FA-B64A-75B46863D43C}" type="pres">
      <dgm:prSet presAssocID="{B4A2BBB8-0100-4AAF-9AA0-9193D0F1908E}" presName="composite" presStyleCnt="0"/>
      <dgm:spPr/>
    </dgm:pt>
    <dgm:pt modelId="{566362ED-E4ED-4D48-9061-41AA8FA4EA2E}" type="pres">
      <dgm:prSet presAssocID="{B4A2BBB8-0100-4AAF-9AA0-9193D0F1908E}" presName="background" presStyleLbl="node0" presStyleIdx="3" presStyleCnt="4"/>
      <dgm:spPr/>
    </dgm:pt>
    <dgm:pt modelId="{6C28C311-9C87-4ADF-9F32-E1ECE721C267}" type="pres">
      <dgm:prSet presAssocID="{B4A2BBB8-0100-4AAF-9AA0-9193D0F1908E}" presName="text" presStyleLbl="fgAcc0" presStyleIdx="3" presStyleCnt="4">
        <dgm:presLayoutVars>
          <dgm:chPref val="3"/>
        </dgm:presLayoutVars>
      </dgm:prSet>
      <dgm:spPr/>
    </dgm:pt>
    <dgm:pt modelId="{2B8BCA0B-6473-4F99-8849-BA85DCC9EA08}" type="pres">
      <dgm:prSet presAssocID="{B4A2BBB8-0100-4AAF-9AA0-9193D0F1908E}" presName="hierChild2" presStyleCnt="0"/>
      <dgm:spPr/>
    </dgm:pt>
  </dgm:ptLst>
  <dgm:cxnLst>
    <dgm:cxn modelId="{653A7404-3C48-4A68-9285-AE8739D4D290}" srcId="{DE0C5907-93F2-4827-AC09-1F929FD47518}" destId="{19B3468F-8306-4BB4-AB5C-8F0DA559B724}" srcOrd="0" destOrd="0" parTransId="{C2F89DC1-D579-4292-824B-B6285BCF6DE5}" sibTransId="{A28E5600-2E5A-48C0-B6BC-89B6B25B257F}"/>
    <dgm:cxn modelId="{8D184614-7DB4-498A-93EF-BEA89CAB96A0}" type="presOf" srcId="{B4A2BBB8-0100-4AAF-9AA0-9193D0F1908E}" destId="{6C28C311-9C87-4ADF-9F32-E1ECE721C267}" srcOrd="0" destOrd="0" presId="urn:microsoft.com/office/officeart/2005/8/layout/hierarchy1"/>
    <dgm:cxn modelId="{17AC011F-1A41-4426-83A1-5453EEBB3E01}" srcId="{DE0C5907-93F2-4827-AC09-1F929FD47518}" destId="{6169E135-655D-4133-AA63-1E01AB7FD33B}" srcOrd="2" destOrd="0" parTransId="{538CAFF7-57F1-4E61-86F0-A78AB01D10B3}" sibTransId="{0BF131EC-ACBC-4F5C-8FE8-63C73835B361}"/>
    <dgm:cxn modelId="{846F802A-2E1F-4CC6-8F26-751927B62B40}" type="presOf" srcId="{3EA46578-7418-40C7-9B6B-D6A405725249}" destId="{B6CD9900-F187-4B44-BC01-7BB55A621BDA}" srcOrd="0" destOrd="0" presId="urn:microsoft.com/office/officeart/2005/8/layout/hierarchy1"/>
    <dgm:cxn modelId="{C7368663-3823-4344-93D0-B8F153860971}" srcId="{DE0C5907-93F2-4827-AC09-1F929FD47518}" destId="{3EA46578-7418-40C7-9B6B-D6A405725249}" srcOrd="1" destOrd="0" parTransId="{1521BF4F-1B7F-44D7-AD56-1D04529BBDB1}" sibTransId="{042DD6E0-00BF-4B49-BB24-BC9A7DAC3836}"/>
    <dgm:cxn modelId="{8974EF66-F99A-4C67-9FB3-38EE2A219018}" type="presOf" srcId="{DE0C5907-93F2-4827-AC09-1F929FD47518}" destId="{CEC107B2-4619-4206-A73D-AE2C8E35AA2B}" srcOrd="0" destOrd="0" presId="urn:microsoft.com/office/officeart/2005/8/layout/hierarchy1"/>
    <dgm:cxn modelId="{F6F8DACB-A3F0-4956-B6DC-A4098E902385}" srcId="{DE0C5907-93F2-4827-AC09-1F929FD47518}" destId="{B4A2BBB8-0100-4AAF-9AA0-9193D0F1908E}" srcOrd="3" destOrd="0" parTransId="{167E5926-9317-441F-9F2F-D77A8A0409C4}" sibTransId="{F2D1ED6C-E869-4115-85DC-A3E6048B9827}"/>
    <dgm:cxn modelId="{DBE10DD1-216E-40BC-9355-046CE3023416}" type="presOf" srcId="{19B3468F-8306-4BB4-AB5C-8F0DA559B724}" destId="{5A79D213-A477-42CD-913F-63635B3F3087}" srcOrd="0" destOrd="0" presId="urn:microsoft.com/office/officeart/2005/8/layout/hierarchy1"/>
    <dgm:cxn modelId="{5F9C0FD8-92DB-4BF4-9723-46A34194E467}" type="presOf" srcId="{6169E135-655D-4133-AA63-1E01AB7FD33B}" destId="{B96066FD-3183-43D8-BEA4-D65BA29D3682}" srcOrd="0" destOrd="0" presId="urn:microsoft.com/office/officeart/2005/8/layout/hierarchy1"/>
    <dgm:cxn modelId="{9B3EF1CE-39B7-4460-AFA4-EE1F0B4E581F}" type="presParOf" srcId="{CEC107B2-4619-4206-A73D-AE2C8E35AA2B}" destId="{08B0C8A4-6FDD-4FDD-B712-F8C4733A8853}" srcOrd="0" destOrd="0" presId="urn:microsoft.com/office/officeart/2005/8/layout/hierarchy1"/>
    <dgm:cxn modelId="{38820799-BD15-4308-A740-AE5CE3D2E306}" type="presParOf" srcId="{08B0C8A4-6FDD-4FDD-B712-F8C4733A8853}" destId="{1CF9B0B4-3702-426A-A15C-231501FA6266}" srcOrd="0" destOrd="0" presId="urn:microsoft.com/office/officeart/2005/8/layout/hierarchy1"/>
    <dgm:cxn modelId="{CB511C50-DABA-4F10-95F4-3135893D051A}" type="presParOf" srcId="{1CF9B0B4-3702-426A-A15C-231501FA6266}" destId="{B5E0669B-9D3F-4978-86C2-9CEC1723D2A8}" srcOrd="0" destOrd="0" presId="urn:microsoft.com/office/officeart/2005/8/layout/hierarchy1"/>
    <dgm:cxn modelId="{BB033F9C-ACDF-4406-8464-6BBBA300F0D2}" type="presParOf" srcId="{1CF9B0B4-3702-426A-A15C-231501FA6266}" destId="{5A79D213-A477-42CD-913F-63635B3F3087}" srcOrd="1" destOrd="0" presId="urn:microsoft.com/office/officeart/2005/8/layout/hierarchy1"/>
    <dgm:cxn modelId="{2C0B6375-394D-4711-A1AE-0A9D3941E4F7}" type="presParOf" srcId="{08B0C8A4-6FDD-4FDD-B712-F8C4733A8853}" destId="{AFE75195-A05B-41C2-BBF4-94027E4B79CE}" srcOrd="1" destOrd="0" presId="urn:microsoft.com/office/officeart/2005/8/layout/hierarchy1"/>
    <dgm:cxn modelId="{E0225825-F1F8-49BE-9308-F54B854D9D2E}" type="presParOf" srcId="{CEC107B2-4619-4206-A73D-AE2C8E35AA2B}" destId="{3273EA3D-9B4C-4C54-8E18-ED1AD7BE7592}" srcOrd="1" destOrd="0" presId="urn:microsoft.com/office/officeart/2005/8/layout/hierarchy1"/>
    <dgm:cxn modelId="{68032BE8-D7FB-45E3-AC0F-E804AF111047}" type="presParOf" srcId="{3273EA3D-9B4C-4C54-8E18-ED1AD7BE7592}" destId="{BCF2D466-0590-4424-9987-C6736C74DA24}" srcOrd="0" destOrd="0" presId="urn:microsoft.com/office/officeart/2005/8/layout/hierarchy1"/>
    <dgm:cxn modelId="{5FBFD4B1-69C8-4ECC-B5E6-BF80EDA3EC12}" type="presParOf" srcId="{BCF2D466-0590-4424-9987-C6736C74DA24}" destId="{538AAB3D-6EBA-4C42-915E-C51B035CDC70}" srcOrd="0" destOrd="0" presId="urn:microsoft.com/office/officeart/2005/8/layout/hierarchy1"/>
    <dgm:cxn modelId="{620734EB-F9D4-4906-99C3-509212F88F8C}" type="presParOf" srcId="{BCF2D466-0590-4424-9987-C6736C74DA24}" destId="{B6CD9900-F187-4B44-BC01-7BB55A621BDA}" srcOrd="1" destOrd="0" presId="urn:microsoft.com/office/officeart/2005/8/layout/hierarchy1"/>
    <dgm:cxn modelId="{2AA2F155-97E1-47A7-97FF-4EF148CEA14E}" type="presParOf" srcId="{3273EA3D-9B4C-4C54-8E18-ED1AD7BE7592}" destId="{55ADF094-DEF6-4AB1-989D-78C52D4D9E4C}" srcOrd="1" destOrd="0" presId="urn:microsoft.com/office/officeart/2005/8/layout/hierarchy1"/>
    <dgm:cxn modelId="{58AAEE20-8CFC-41B5-95DD-24F9978CA1A1}" type="presParOf" srcId="{CEC107B2-4619-4206-A73D-AE2C8E35AA2B}" destId="{8671273A-E89D-40C3-B84A-04496CBC4344}" srcOrd="2" destOrd="0" presId="urn:microsoft.com/office/officeart/2005/8/layout/hierarchy1"/>
    <dgm:cxn modelId="{B380F184-5DE1-47AF-8BF3-83F9F341EFE3}" type="presParOf" srcId="{8671273A-E89D-40C3-B84A-04496CBC4344}" destId="{36DD4AF5-7884-47F9-9B90-6BA81E1FB822}" srcOrd="0" destOrd="0" presId="urn:microsoft.com/office/officeart/2005/8/layout/hierarchy1"/>
    <dgm:cxn modelId="{8D74CED9-0EEE-4E2F-A3B9-7D4DC6105ED4}" type="presParOf" srcId="{36DD4AF5-7884-47F9-9B90-6BA81E1FB822}" destId="{D1564863-08F1-41FC-9EE4-F8381A8A0E85}" srcOrd="0" destOrd="0" presId="urn:microsoft.com/office/officeart/2005/8/layout/hierarchy1"/>
    <dgm:cxn modelId="{DF849B4E-1C52-459D-BC47-935C8D3A2965}" type="presParOf" srcId="{36DD4AF5-7884-47F9-9B90-6BA81E1FB822}" destId="{B96066FD-3183-43D8-BEA4-D65BA29D3682}" srcOrd="1" destOrd="0" presId="urn:microsoft.com/office/officeart/2005/8/layout/hierarchy1"/>
    <dgm:cxn modelId="{33FEA98F-B4FD-4BC7-A515-B5E7520F7CDD}" type="presParOf" srcId="{8671273A-E89D-40C3-B84A-04496CBC4344}" destId="{42BEF189-7B5A-4802-BC91-592BE898C756}" srcOrd="1" destOrd="0" presId="urn:microsoft.com/office/officeart/2005/8/layout/hierarchy1"/>
    <dgm:cxn modelId="{FA4FF759-D257-438F-9CA0-B3C1D0685408}" type="presParOf" srcId="{CEC107B2-4619-4206-A73D-AE2C8E35AA2B}" destId="{360AE9C4-D6BB-4E62-A685-ACE6E9395F0E}" srcOrd="3" destOrd="0" presId="urn:microsoft.com/office/officeart/2005/8/layout/hierarchy1"/>
    <dgm:cxn modelId="{F6DE3966-F707-44E8-BE0D-E88D39DFDE92}" type="presParOf" srcId="{360AE9C4-D6BB-4E62-A685-ACE6E9395F0E}" destId="{A6F3AC84-74FD-43FA-B64A-75B46863D43C}" srcOrd="0" destOrd="0" presId="urn:microsoft.com/office/officeart/2005/8/layout/hierarchy1"/>
    <dgm:cxn modelId="{9F4A279E-44E9-4DAB-88B8-BF3EE3344E98}" type="presParOf" srcId="{A6F3AC84-74FD-43FA-B64A-75B46863D43C}" destId="{566362ED-E4ED-4D48-9061-41AA8FA4EA2E}" srcOrd="0" destOrd="0" presId="urn:microsoft.com/office/officeart/2005/8/layout/hierarchy1"/>
    <dgm:cxn modelId="{8879CD19-26FF-4C9D-B6D3-B04E7AE03855}" type="presParOf" srcId="{A6F3AC84-74FD-43FA-B64A-75B46863D43C}" destId="{6C28C311-9C87-4ADF-9F32-E1ECE721C267}" srcOrd="1" destOrd="0" presId="urn:microsoft.com/office/officeart/2005/8/layout/hierarchy1"/>
    <dgm:cxn modelId="{8F7897AD-3329-4B36-BAF8-D6189EA3BE4E}" type="presParOf" srcId="{360AE9C4-D6BB-4E62-A685-ACE6E9395F0E}" destId="{2B8BCA0B-6473-4F99-8849-BA85DCC9EA0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1D0540-DB15-468B-B363-23F69BF619B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9A5147B-32E1-4EA4-B0CB-67A9F3721F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venir Next LT Pro"/>
            </a:rPr>
            <a:t>Risk based approach</a:t>
          </a:r>
        </a:p>
      </dgm:t>
    </dgm:pt>
    <dgm:pt modelId="{85BAF350-D639-48CD-B30F-D86ADCDEC771}" type="parTrans" cxnId="{5AEFD0B6-AF5F-421B-A30D-F9028591A4C5}">
      <dgm:prSet/>
      <dgm:spPr/>
      <dgm:t>
        <a:bodyPr/>
        <a:lstStyle/>
        <a:p>
          <a:endParaRPr lang="en-US"/>
        </a:p>
      </dgm:t>
    </dgm:pt>
    <dgm:pt modelId="{8AE91475-C174-431C-A76A-ADD7B126F23B}" type="sibTrans" cxnId="{5AEFD0B6-AF5F-421B-A30D-F9028591A4C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F7C73CB-3185-46B0-AA9E-0882408826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venir Next LT Pro"/>
            </a:rPr>
            <a:t>Stakeholder engagement </a:t>
          </a:r>
        </a:p>
      </dgm:t>
    </dgm:pt>
    <dgm:pt modelId="{48AF1E12-EE55-42DF-9E25-35602C606466}" type="parTrans" cxnId="{0F1E9171-25C6-4996-B3A8-AB9BF2F1EEC6}">
      <dgm:prSet/>
      <dgm:spPr/>
      <dgm:t>
        <a:bodyPr/>
        <a:lstStyle/>
        <a:p>
          <a:endParaRPr lang="en-US"/>
        </a:p>
      </dgm:t>
    </dgm:pt>
    <dgm:pt modelId="{E0F6F47F-CD16-4E9F-ADDF-7270EC610A4C}" type="sibTrans" cxnId="{0F1E9171-25C6-4996-B3A8-AB9BF2F1EEC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A28A257-6378-4B34-89CC-AD3E5D6B87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venir Next LT Pro"/>
            </a:rPr>
            <a:t>Continuous improvement &amp; transparency</a:t>
          </a:r>
        </a:p>
      </dgm:t>
    </dgm:pt>
    <dgm:pt modelId="{025F0998-E663-437E-8501-4B4AB6CB754B}" type="parTrans" cxnId="{CCB57FEA-93B3-42D2-A9AB-CD30C5275113}">
      <dgm:prSet/>
      <dgm:spPr/>
      <dgm:t>
        <a:bodyPr/>
        <a:lstStyle/>
        <a:p>
          <a:endParaRPr lang="en-US"/>
        </a:p>
      </dgm:t>
    </dgm:pt>
    <dgm:pt modelId="{1FF27C40-BD29-452A-ADED-A043CD3EA7D0}" type="sibTrans" cxnId="{CCB57FEA-93B3-42D2-A9AB-CD30C527511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F2741C9-5E74-4067-B381-7CEF3D353E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venir Next LT Pro"/>
            </a:rPr>
            <a:t>Data driven decision making</a:t>
          </a:r>
        </a:p>
      </dgm:t>
    </dgm:pt>
    <dgm:pt modelId="{6E2B6581-9DDD-4BCF-9EDD-829A2C159474}" type="parTrans" cxnId="{51A1FE82-4DA4-488A-8EA9-A35274137A9A}">
      <dgm:prSet/>
      <dgm:spPr/>
      <dgm:t>
        <a:bodyPr/>
        <a:lstStyle/>
        <a:p>
          <a:endParaRPr lang="en-US"/>
        </a:p>
      </dgm:t>
    </dgm:pt>
    <dgm:pt modelId="{5A83CD49-172A-444E-8C19-DB3BDB0E820B}" type="sibTrans" cxnId="{51A1FE82-4DA4-488A-8EA9-A35274137A9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02F7E2C-16AA-4471-8934-14735AC6DC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venir Next LT Pro"/>
            </a:rPr>
            <a:t>Governance</a:t>
          </a:r>
        </a:p>
      </dgm:t>
    </dgm:pt>
    <dgm:pt modelId="{42C2790F-3B4F-4FCF-AB55-1CF9E33CE374}" type="parTrans" cxnId="{4A710CA3-CC29-4AEE-94FC-D971B10B3051}">
      <dgm:prSet/>
      <dgm:spPr/>
      <dgm:t>
        <a:bodyPr/>
        <a:lstStyle/>
        <a:p>
          <a:endParaRPr lang="en-US"/>
        </a:p>
      </dgm:t>
    </dgm:pt>
    <dgm:pt modelId="{DFDE4F8F-BAB1-4DB4-BFF6-380278C5F4F8}" type="sibTrans" cxnId="{4A710CA3-CC29-4AEE-94FC-D971B10B3051}">
      <dgm:prSet/>
      <dgm:spPr/>
      <dgm:t>
        <a:bodyPr/>
        <a:lstStyle/>
        <a:p>
          <a:endParaRPr lang="en-US"/>
        </a:p>
      </dgm:t>
    </dgm:pt>
    <dgm:pt modelId="{DB93D841-1930-4986-B214-8EF89BB533E2}" type="pres">
      <dgm:prSet presAssocID="{041D0540-DB15-468B-B363-23F69BF619B9}" presName="root" presStyleCnt="0">
        <dgm:presLayoutVars>
          <dgm:dir/>
          <dgm:resizeHandles val="exact"/>
        </dgm:presLayoutVars>
      </dgm:prSet>
      <dgm:spPr/>
    </dgm:pt>
    <dgm:pt modelId="{023130A5-3DAC-469C-84DA-2058C2444EC1}" type="pres">
      <dgm:prSet presAssocID="{041D0540-DB15-468B-B363-23F69BF619B9}" presName="container" presStyleCnt="0">
        <dgm:presLayoutVars>
          <dgm:dir/>
          <dgm:resizeHandles val="exact"/>
        </dgm:presLayoutVars>
      </dgm:prSet>
      <dgm:spPr/>
    </dgm:pt>
    <dgm:pt modelId="{8622F45B-F02C-444D-B11D-6C10D3F86270}" type="pres">
      <dgm:prSet presAssocID="{29A5147B-32E1-4EA4-B0CB-67A9F3721F39}" presName="compNode" presStyleCnt="0"/>
      <dgm:spPr/>
    </dgm:pt>
    <dgm:pt modelId="{CB9592EC-FE99-45E6-9326-3C30A2E40582}" type="pres">
      <dgm:prSet presAssocID="{29A5147B-32E1-4EA4-B0CB-67A9F3721F39}" presName="iconBgRect" presStyleLbl="bgShp" presStyleIdx="0" presStyleCnt="5"/>
      <dgm:spPr/>
    </dgm:pt>
    <dgm:pt modelId="{821EE9B7-10EA-4102-A300-3F35F85B0A8E}" type="pres">
      <dgm:prSet presAssocID="{29A5147B-32E1-4EA4-B0CB-67A9F3721F3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E48E2301-3930-4B86-81A8-1BC55A59E9D1}" type="pres">
      <dgm:prSet presAssocID="{29A5147B-32E1-4EA4-B0CB-67A9F3721F39}" presName="spaceRect" presStyleCnt="0"/>
      <dgm:spPr/>
    </dgm:pt>
    <dgm:pt modelId="{7D0C3C30-3F12-45FD-895B-0F3BB2336AC3}" type="pres">
      <dgm:prSet presAssocID="{29A5147B-32E1-4EA4-B0CB-67A9F3721F39}" presName="textRect" presStyleLbl="revTx" presStyleIdx="0" presStyleCnt="5">
        <dgm:presLayoutVars>
          <dgm:chMax val="1"/>
          <dgm:chPref val="1"/>
        </dgm:presLayoutVars>
      </dgm:prSet>
      <dgm:spPr/>
    </dgm:pt>
    <dgm:pt modelId="{FFD160B1-756B-4ED1-8676-F0BFD4739DAB}" type="pres">
      <dgm:prSet presAssocID="{8AE91475-C174-431C-A76A-ADD7B126F23B}" presName="sibTrans" presStyleLbl="sibTrans2D1" presStyleIdx="0" presStyleCnt="0"/>
      <dgm:spPr/>
    </dgm:pt>
    <dgm:pt modelId="{37BD8144-05DB-4340-A4A5-64D2A7C73467}" type="pres">
      <dgm:prSet presAssocID="{5F7C73CB-3185-46B0-AA9E-08824088266A}" presName="compNode" presStyleCnt="0"/>
      <dgm:spPr/>
    </dgm:pt>
    <dgm:pt modelId="{528BDE63-9083-4E3E-AB18-44838EC6E4F1}" type="pres">
      <dgm:prSet presAssocID="{5F7C73CB-3185-46B0-AA9E-08824088266A}" presName="iconBgRect" presStyleLbl="bgShp" presStyleIdx="1" presStyleCnt="5"/>
      <dgm:spPr/>
    </dgm:pt>
    <dgm:pt modelId="{FEFADE7B-1B23-4FC2-B0FD-315218FB7093}" type="pres">
      <dgm:prSet presAssocID="{5F7C73CB-3185-46B0-AA9E-08824088266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6327017B-C2B2-4960-B21C-F288442997DA}" type="pres">
      <dgm:prSet presAssocID="{5F7C73CB-3185-46B0-AA9E-08824088266A}" presName="spaceRect" presStyleCnt="0"/>
      <dgm:spPr/>
    </dgm:pt>
    <dgm:pt modelId="{DF152643-8E7D-4D46-898D-7CBC10B010F5}" type="pres">
      <dgm:prSet presAssocID="{5F7C73CB-3185-46B0-AA9E-08824088266A}" presName="textRect" presStyleLbl="revTx" presStyleIdx="1" presStyleCnt="5">
        <dgm:presLayoutVars>
          <dgm:chMax val="1"/>
          <dgm:chPref val="1"/>
        </dgm:presLayoutVars>
      </dgm:prSet>
      <dgm:spPr/>
    </dgm:pt>
    <dgm:pt modelId="{1C3F56F4-2284-4E4F-8EF2-629C2E86D25C}" type="pres">
      <dgm:prSet presAssocID="{E0F6F47F-CD16-4E9F-ADDF-7270EC610A4C}" presName="sibTrans" presStyleLbl="sibTrans2D1" presStyleIdx="0" presStyleCnt="0"/>
      <dgm:spPr/>
    </dgm:pt>
    <dgm:pt modelId="{524CF244-EA21-47D3-AE0C-217D03C7799D}" type="pres">
      <dgm:prSet presAssocID="{4A28A257-6378-4B34-89CC-AD3E5D6B875B}" presName="compNode" presStyleCnt="0"/>
      <dgm:spPr/>
    </dgm:pt>
    <dgm:pt modelId="{770386B9-04F0-4CEE-A077-E74264948214}" type="pres">
      <dgm:prSet presAssocID="{4A28A257-6378-4B34-89CC-AD3E5D6B875B}" presName="iconBgRect" presStyleLbl="bgShp" presStyleIdx="2" presStyleCnt="5"/>
      <dgm:spPr/>
    </dgm:pt>
    <dgm:pt modelId="{10E35ADF-03D3-48ED-81FC-E197E5BE5346}" type="pres">
      <dgm:prSet presAssocID="{4A28A257-6378-4B34-89CC-AD3E5D6B875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DCA28C6D-CA3B-41E9-88E1-5A1A5FCD5DE6}" type="pres">
      <dgm:prSet presAssocID="{4A28A257-6378-4B34-89CC-AD3E5D6B875B}" presName="spaceRect" presStyleCnt="0"/>
      <dgm:spPr/>
    </dgm:pt>
    <dgm:pt modelId="{17BF281E-05CD-4E1D-A4E7-20107D056AFB}" type="pres">
      <dgm:prSet presAssocID="{4A28A257-6378-4B34-89CC-AD3E5D6B875B}" presName="textRect" presStyleLbl="revTx" presStyleIdx="2" presStyleCnt="5">
        <dgm:presLayoutVars>
          <dgm:chMax val="1"/>
          <dgm:chPref val="1"/>
        </dgm:presLayoutVars>
      </dgm:prSet>
      <dgm:spPr/>
    </dgm:pt>
    <dgm:pt modelId="{BAFEE028-9C9E-4D26-8701-62C7D460B465}" type="pres">
      <dgm:prSet presAssocID="{1FF27C40-BD29-452A-ADED-A043CD3EA7D0}" presName="sibTrans" presStyleLbl="sibTrans2D1" presStyleIdx="0" presStyleCnt="0"/>
      <dgm:spPr/>
    </dgm:pt>
    <dgm:pt modelId="{8F5DB1BC-2B5B-496E-B68A-21984AD68874}" type="pres">
      <dgm:prSet presAssocID="{8F2741C9-5E74-4067-B381-7CEF3D353ECA}" presName="compNode" presStyleCnt="0"/>
      <dgm:spPr/>
    </dgm:pt>
    <dgm:pt modelId="{905F5224-7EA0-4E88-A398-822928FFEBE8}" type="pres">
      <dgm:prSet presAssocID="{8F2741C9-5E74-4067-B381-7CEF3D353ECA}" presName="iconBgRect" presStyleLbl="bgShp" presStyleIdx="3" presStyleCnt="5"/>
      <dgm:spPr/>
    </dgm:pt>
    <dgm:pt modelId="{5AB519F5-4B58-4C99-9018-1B175E17F3F2}" type="pres">
      <dgm:prSet presAssocID="{8F2741C9-5E74-4067-B381-7CEF3D353EC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D0AE640-C7D8-428B-B2F1-3C652D18F18A}" type="pres">
      <dgm:prSet presAssocID="{8F2741C9-5E74-4067-B381-7CEF3D353ECA}" presName="spaceRect" presStyleCnt="0"/>
      <dgm:spPr/>
    </dgm:pt>
    <dgm:pt modelId="{914A9052-9EEF-435A-A12C-8CE6EAA73C03}" type="pres">
      <dgm:prSet presAssocID="{8F2741C9-5E74-4067-B381-7CEF3D353ECA}" presName="textRect" presStyleLbl="revTx" presStyleIdx="3" presStyleCnt="5">
        <dgm:presLayoutVars>
          <dgm:chMax val="1"/>
          <dgm:chPref val="1"/>
        </dgm:presLayoutVars>
      </dgm:prSet>
      <dgm:spPr/>
    </dgm:pt>
    <dgm:pt modelId="{D5B7FDEF-E80B-40C8-B1EF-171695902FCB}" type="pres">
      <dgm:prSet presAssocID="{5A83CD49-172A-444E-8C19-DB3BDB0E820B}" presName="sibTrans" presStyleLbl="sibTrans2D1" presStyleIdx="0" presStyleCnt="0"/>
      <dgm:spPr/>
    </dgm:pt>
    <dgm:pt modelId="{114828FB-3D36-41D6-9C1B-0C49FAC599EF}" type="pres">
      <dgm:prSet presAssocID="{602F7E2C-16AA-4471-8934-14735AC6DC36}" presName="compNode" presStyleCnt="0"/>
      <dgm:spPr/>
    </dgm:pt>
    <dgm:pt modelId="{42633ED5-ADC3-465E-A41C-66CAEEB14417}" type="pres">
      <dgm:prSet presAssocID="{602F7E2C-16AA-4471-8934-14735AC6DC36}" presName="iconBgRect" presStyleLbl="bgShp" presStyleIdx="4" presStyleCnt="5"/>
      <dgm:spPr/>
    </dgm:pt>
    <dgm:pt modelId="{4854D189-2A56-4EE6-9E0B-E02D2A069E38}" type="pres">
      <dgm:prSet presAssocID="{602F7E2C-16AA-4471-8934-14735AC6DC3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A103A710-BC27-4FDB-9F62-53AFDF08671E}" type="pres">
      <dgm:prSet presAssocID="{602F7E2C-16AA-4471-8934-14735AC6DC36}" presName="spaceRect" presStyleCnt="0"/>
      <dgm:spPr/>
    </dgm:pt>
    <dgm:pt modelId="{0A09EA35-51EE-446F-B15D-A3266E12D29E}" type="pres">
      <dgm:prSet presAssocID="{602F7E2C-16AA-4471-8934-14735AC6DC3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B90651B-986D-42B2-BB2C-532C3EB99F2C}" type="presOf" srcId="{4A28A257-6378-4B34-89CC-AD3E5D6B875B}" destId="{17BF281E-05CD-4E1D-A4E7-20107D056AFB}" srcOrd="0" destOrd="0" presId="urn:microsoft.com/office/officeart/2018/2/layout/IconCircleList"/>
    <dgm:cxn modelId="{473CCC29-AF7D-4888-A1BD-E3231215F5A5}" type="presOf" srcId="{8F2741C9-5E74-4067-B381-7CEF3D353ECA}" destId="{914A9052-9EEF-435A-A12C-8CE6EAA73C03}" srcOrd="0" destOrd="0" presId="urn:microsoft.com/office/officeart/2018/2/layout/IconCircleList"/>
    <dgm:cxn modelId="{AA9D3E49-61C2-4108-8069-2E41188A05FB}" type="presOf" srcId="{E0F6F47F-CD16-4E9F-ADDF-7270EC610A4C}" destId="{1C3F56F4-2284-4E4F-8EF2-629C2E86D25C}" srcOrd="0" destOrd="0" presId="urn:microsoft.com/office/officeart/2018/2/layout/IconCircleList"/>
    <dgm:cxn modelId="{7F80F94A-F952-4A40-BCD7-101DAFDDB901}" type="presOf" srcId="{5F7C73CB-3185-46B0-AA9E-08824088266A}" destId="{DF152643-8E7D-4D46-898D-7CBC10B010F5}" srcOrd="0" destOrd="0" presId="urn:microsoft.com/office/officeart/2018/2/layout/IconCircleList"/>
    <dgm:cxn modelId="{0F1E9171-25C6-4996-B3A8-AB9BF2F1EEC6}" srcId="{041D0540-DB15-468B-B363-23F69BF619B9}" destId="{5F7C73CB-3185-46B0-AA9E-08824088266A}" srcOrd="1" destOrd="0" parTransId="{48AF1E12-EE55-42DF-9E25-35602C606466}" sibTransId="{E0F6F47F-CD16-4E9F-ADDF-7270EC610A4C}"/>
    <dgm:cxn modelId="{51A1FE82-4DA4-488A-8EA9-A35274137A9A}" srcId="{041D0540-DB15-468B-B363-23F69BF619B9}" destId="{8F2741C9-5E74-4067-B381-7CEF3D353ECA}" srcOrd="3" destOrd="0" parTransId="{6E2B6581-9DDD-4BCF-9EDD-829A2C159474}" sibTransId="{5A83CD49-172A-444E-8C19-DB3BDB0E820B}"/>
    <dgm:cxn modelId="{74B98DA1-6C57-4BC3-9B2F-78B41BE5C42F}" type="presOf" srcId="{602F7E2C-16AA-4471-8934-14735AC6DC36}" destId="{0A09EA35-51EE-446F-B15D-A3266E12D29E}" srcOrd="0" destOrd="0" presId="urn:microsoft.com/office/officeart/2018/2/layout/IconCircleList"/>
    <dgm:cxn modelId="{9B2397A1-B76A-40D5-85F1-7C8989853823}" type="presOf" srcId="{5A83CD49-172A-444E-8C19-DB3BDB0E820B}" destId="{D5B7FDEF-E80B-40C8-B1EF-171695902FCB}" srcOrd="0" destOrd="0" presId="urn:microsoft.com/office/officeart/2018/2/layout/IconCircleList"/>
    <dgm:cxn modelId="{4A710CA3-CC29-4AEE-94FC-D971B10B3051}" srcId="{041D0540-DB15-468B-B363-23F69BF619B9}" destId="{602F7E2C-16AA-4471-8934-14735AC6DC36}" srcOrd="4" destOrd="0" parTransId="{42C2790F-3B4F-4FCF-AB55-1CF9E33CE374}" sibTransId="{DFDE4F8F-BAB1-4DB4-BFF6-380278C5F4F8}"/>
    <dgm:cxn modelId="{2EBE58AF-70AB-4E2D-BD75-926C9B4BF603}" type="presOf" srcId="{29A5147B-32E1-4EA4-B0CB-67A9F3721F39}" destId="{7D0C3C30-3F12-45FD-895B-0F3BB2336AC3}" srcOrd="0" destOrd="0" presId="urn:microsoft.com/office/officeart/2018/2/layout/IconCircleList"/>
    <dgm:cxn modelId="{5AEFD0B6-AF5F-421B-A30D-F9028591A4C5}" srcId="{041D0540-DB15-468B-B363-23F69BF619B9}" destId="{29A5147B-32E1-4EA4-B0CB-67A9F3721F39}" srcOrd="0" destOrd="0" parTransId="{85BAF350-D639-48CD-B30F-D86ADCDEC771}" sibTransId="{8AE91475-C174-431C-A76A-ADD7B126F23B}"/>
    <dgm:cxn modelId="{679DD2C6-95E0-41EF-95DC-99AC3B343EE0}" type="presOf" srcId="{1FF27C40-BD29-452A-ADED-A043CD3EA7D0}" destId="{BAFEE028-9C9E-4D26-8701-62C7D460B465}" srcOrd="0" destOrd="0" presId="urn:microsoft.com/office/officeart/2018/2/layout/IconCircleList"/>
    <dgm:cxn modelId="{7AB953D5-6762-4E0D-BA0C-04DFA5FD43DE}" type="presOf" srcId="{8AE91475-C174-431C-A76A-ADD7B126F23B}" destId="{FFD160B1-756B-4ED1-8676-F0BFD4739DAB}" srcOrd="0" destOrd="0" presId="urn:microsoft.com/office/officeart/2018/2/layout/IconCircleList"/>
    <dgm:cxn modelId="{CCB57FEA-93B3-42D2-A9AB-CD30C5275113}" srcId="{041D0540-DB15-468B-B363-23F69BF619B9}" destId="{4A28A257-6378-4B34-89CC-AD3E5D6B875B}" srcOrd="2" destOrd="0" parTransId="{025F0998-E663-437E-8501-4B4AB6CB754B}" sibTransId="{1FF27C40-BD29-452A-ADED-A043CD3EA7D0}"/>
    <dgm:cxn modelId="{510F07F1-FE74-43F8-A7C3-D7500DF69BFF}" type="presOf" srcId="{041D0540-DB15-468B-B363-23F69BF619B9}" destId="{DB93D841-1930-4986-B214-8EF89BB533E2}" srcOrd="0" destOrd="0" presId="urn:microsoft.com/office/officeart/2018/2/layout/IconCircleList"/>
    <dgm:cxn modelId="{1B9853D7-A0AC-42BF-99AD-444E424EB926}" type="presParOf" srcId="{DB93D841-1930-4986-B214-8EF89BB533E2}" destId="{023130A5-3DAC-469C-84DA-2058C2444EC1}" srcOrd="0" destOrd="0" presId="urn:microsoft.com/office/officeart/2018/2/layout/IconCircleList"/>
    <dgm:cxn modelId="{3EEF608E-4C7E-4782-A22B-DA30C68D7179}" type="presParOf" srcId="{023130A5-3DAC-469C-84DA-2058C2444EC1}" destId="{8622F45B-F02C-444D-B11D-6C10D3F86270}" srcOrd="0" destOrd="0" presId="urn:microsoft.com/office/officeart/2018/2/layout/IconCircleList"/>
    <dgm:cxn modelId="{4404B843-50BA-498A-A6FF-D38B6AD3A944}" type="presParOf" srcId="{8622F45B-F02C-444D-B11D-6C10D3F86270}" destId="{CB9592EC-FE99-45E6-9326-3C30A2E40582}" srcOrd="0" destOrd="0" presId="urn:microsoft.com/office/officeart/2018/2/layout/IconCircleList"/>
    <dgm:cxn modelId="{8EDF1FC0-99D7-4F44-93A1-FD4DD058FA97}" type="presParOf" srcId="{8622F45B-F02C-444D-B11D-6C10D3F86270}" destId="{821EE9B7-10EA-4102-A300-3F35F85B0A8E}" srcOrd="1" destOrd="0" presId="urn:microsoft.com/office/officeart/2018/2/layout/IconCircleList"/>
    <dgm:cxn modelId="{2A6572F5-BE1A-4182-9107-250D232CA103}" type="presParOf" srcId="{8622F45B-F02C-444D-B11D-6C10D3F86270}" destId="{E48E2301-3930-4B86-81A8-1BC55A59E9D1}" srcOrd="2" destOrd="0" presId="urn:microsoft.com/office/officeart/2018/2/layout/IconCircleList"/>
    <dgm:cxn modelId="{71154229-ED24-4E7E-8E8F-BFF9E96C7398}" type="presParOf" srcId="{8622F45B-F02C-444D-B11D-6C10D3F86270}" destId="{7D0C3C30-3F12-45FD-895B-0F3BB2336AC3}" srcOrd="3" destOrd="0" presId="urn:microsoft.com/office/officeart/2018/2/layout/IconCircleList"/>
    <dgm:cxn modelId="{A94F8EB0-3B26-4B89-BCAC-383E6DF8B340}" type="presParOf" srcId="{023130A5-3DAC-469C-84DA-2058C2444EC1}" destId="{FFD160B1-756B-4ED1-8676-F0BFD4739DAB}" srcOrd="1" destOrd="0" presId="urn:microsoft.com/office/officeart/2018/2/layout/IconCircleList"/>
    <dgm:cxn modelId="{95B2457C-0160-4AAC-A48E-08DEAEFB0922}" type="presParOf" srcId="{023130A5-3DAC-469C-84DA-2058C2444EC1}" destId="{37BD8144-05DB-4340-A4A5-64D2A7C73467}" srcOrd="2" destOrd="0" presId="urn:microsoft.com/office/officeart/2018/2/layout/IconCircleList"/>
    <dgm:cxn modelId="{2061A581-CF83-4FCA-A1E6-A6570D5AD1D3}" type="presParOf" srcId="{37BD8144-05DB-4340-A4A5-64D2A7C73467}" destId="{528BDE63-9083-4E3E-AB18-44838EC6E4F1}" srcOrd="0" destOrd="0" presId="urn:microsoft.com/office/officeart/2018/2/layout/IconCircleList"/>
    <dgm:cxn modelId="{4DAD1EFD-272F-4D73-B83C-1B9FB05BB0A4}" type="presParOf" srcId="{37BD8144-05DB-4340-A4A5-64D2A7C73467}" destId="{FEFADE7B-1B23-4FC2-B0FD-315218FB7093}" srcOrd="1" destOrd="0" presId="urn:microsoft.com/office/officeart/2018/2/layout/IconCircleList"/>
    <dgm:cxn modelId="{FEC604F1-1ACD-4CDD-861E-22E1B12995D0}" type="presParOf" srcId="{37BD8144-05DB-4340-A4A5-64D2A7C73467}" destId="{6327017B-C2B2-4960-B21C-F288442997DA}" srcOrd="2" destOrd="0" presId="urn:microsoft.com/office/officeart/2018/2/layout/IconCircleList"/>
    <dgm:cxn modelId="{F45AD9AE-F83B-4CC2-88D2-86D594412241}" type="presParOf" srcId="{37BD8144-05DB-4340-A4A5-64D2A7C73467}" destId="{DF152643-8E7D-4D46-898D-7CBC10B010F5}" srcOrd="3" destOrd="0" presId="urn:microsoft.com/office/officeart/2018/2/layout/IconCircleList"/>
    <dgm:cxn modelId="{45744EDE-8341-4A4A-8521-BBB3C29B450A}" type="presParOf" srcId="{023130A5-3DAC-469C-84DA-2058C2444EC1}" destId="{1C3F56F4-2284-4E4F-8EF2-629C2E86D25C}" srcOrd="3" destOrd="0" presId="urn:microsoft.com/office/officeart/2018/2/layout/IconCircleList"/>
    <dgm:cxn modelId="{3D9D0475-37E2-43AC-9D27-870549912D36}" type="presParOf" srcId="{023130A5-3DAC-469C-84DA-2058C2444EC1}" destId="{524CF244-EA21-47D3-AE0C-217D03C7799D}" srcOrd="4" destOrd="0" presId="urn:microsoft.com/office/officeart/2018/2/layout/IconCircleList"/>
    <dgm:cxn modelId="{419C7943-1F42-46AC-B208-27B90BC9617B}" type="presParOf" srcId="{524CF244-EA21-47D3-AE0C-217D03C7799D}" destId="{770386B9-04F0-4CEE-A077-E74264948214}" srcOrd="0" destOrd="0" presId="urn:microsoft.com/office/officeart/2018/2/layout/IconCircleList"/>
    <dgm:cxn modelId="{B0D91776-4206-485B-9B9E-469121A88EDD}" type="presParOf" srcId="{524CF244-EA21-47D3-AE0C-217D03C7799D}" destId="{10E35ADF-03D3-48ED-81FC-E197E5BE5346}" srcOrd="1" destOrd="0" presId="urn:microsoft.com/office/officeart/2018/2/layout/IconCircleList"/>
    <dgm:cxn modelId="{0EBDEC66-F333-4B28-800B-A10EFBBF315D}" type="presParOf" srcId="{524CF244-EA21-47D3-AE0C-217D03C7799D}" destId="{DCA28C6D-CA3B-41E9-88E1-5A1A5FCD5DE6}" srcOrd="2" destOrd="0" presId="urn:microsoft.com/office/officeart/2018/2/layout/IconCircleList"/>
    <dgm:cxn modelId="{4A00CA73-6587-4691-A6B4-6F45ECBCD826}" type="presParOf" srcId="{524CF244-EA21-47D3-AE0C-217D03C7799D}" destId="{17BF281E-05CD-4E1D-A4E7-20107D056AFB}" srcOrd="3" destOrd="0" presId="urn:microsoft.com/office/officeart/2018/2/layout/IconCircleList"/>
    <dgm:cxn modelId="{B1406065-AA19-4C93-8209-592127140F42}" type="presParOf" srcId="{023130A5-3DAC-469C-84DA-2058C2444EC1}" destId="{BAFEE028-9C9E-4D26-8701-62C7D460B465}" srcOrd="5" destOrd="0" presId="urn:microsoft.com/office/officeart/2018/2/layout/IconCircleList"/>
    <dgm:cxn modelId="{05C45F8A-AD35-440E-9FA8-E4B0EDC7DC71}" type="presParOf" srcId="{023130A5-3DAC-469C-84DA-2058C2444EC1}" destId="{8F5DB1BC-2B5B-496E-B68A-21984AD68874}" srcOrd="6" destOrd="0" presId="urn:microsoft.com/office/officeart/2018/2/layout/IconCircleList"/>
    <dgm:cxn modelId="{A5EDC7DD-CAE3-49EA-B69D-263E14D45393}" type="presParOf" srcId="{8F5DB1BC-2B5B-496E-B68A-21984AD68874}" destId="{905F5224-7EA0-4E88-A398-822928FFEBE8}" srcOrd="0" destOrd="0" presId="urn:microsoft.com/office/officeart/2018/2/layout/IconCircleList"/>
    <dgm:cxn modelId="{0F4C1FF3-C414-4E1C-8BFE-4E6A5B2BF7A2}" type="presParOf" srcId="{8F5DB1BC-2B5B-496E-B68A-21984AD68874}" destId="{5AB519F5-4B58-4C99-9018-1B175E17F3F2}" srcOrd="1" destOrd="0" presId="urn:microsoft.com/office/officeart/2018/2/layout/IconCircleList"/>
    <dgm:cxn modelId="{D3C0973F-C426-455C-9866-29CA941FE63A}" type="presParOf" srcId="{8F5DB1BC-2B5B-496E-B68A-21984AD68874}" destId="{1D0AE640-C7D8-428B-B2F1-3C652D18F18A}" srcOrd="2" destOrd="0" presId="urn:microsoft.com/office/officeart/2018/2/layout/IconCircleList"/>
    <dgm:cxn modelId="{D4BD6B62-D0D7-4CE1-AE2F-992D6C32D727}" type="presParOf" srcId="{8F5DB1BC-2B5B-496E-B68A-21984AD68874}" destId="{914A9052-9EEF-435A-A12C-8CE6EAA73C03}" srcOrd="3" destOrd="0" presId="urn:microsoft.com/office/officeart/2018/2/layout/IconCircleList"/>
    <dgm:cxn modelId="{44181A43-B3C7-4E56-A9D3-53E08C082C5A}" type="presParOf" srcId="{023130A5-3DAC-469C-84DA-2058C2444EC1}" destId="{D5B7FDEF-E80B-40C8-B1EF-171695902FCB}" srcOrd="7" destOrd="0" presId="urn:microsoft.com/office/officeart/2018/2/layout/IconCircleList"/>
    <dgm:cxn modelId="{16C48077-8DF8-422C-8AB2-277AD5328466}" type="presParOf" srcId="{023130A5-3DAC-469C-84DA-2058C2444EC1}" destId="{114828FB-3D36-41D6-9C1B-0C49FAC599EF}" srcOrd="8" destOrd="0" presId="urn:microsoft.com/office/officeart/2018/2/layout/IconCircleList"/>
    <dgm:cxn modelId="{239EBCE5-2922-4C9E-B4DE-DBAB746C29A7}" type="presParOf" srcId="{114828FB-3D36-41D6-9C1B-0C49FAC599EF}" destId="{42633ED5-ADC3-465E-A41C-66CAEEB14417}" srcOrd="0" destOrd="0" presId="urn:microsoft.com/office/officeart/2018/2/layout/IconCircleList"/>
    <dgm:cxn modelId="{51504956-7431-4D77-A9E0-771F0DAEE13E}" type="presParOf" srcId="{114828FB-3D36-41D6-9C1B-0C49FAC599EF}" destId="{4854D189-2A56-4EE6-9E0B-E02D2A069E38}" srcOrd="1" destOrd="0" presId="urn:microsoft.com/office/officeart/2018/2/layout/IconCircleList"/>
    <dgm:cxn modelId="{ABECF87F-2EE2-4804-9B7B-501D3D4CA4AD}" type="presParOf" srcId="{114828FB-3D36-41D6-9C1B-0C49FAC599EF}" destId="{A103A710-BC27-4FDB-9F62-53AFDF08671E}" srcOrd="2" destOrd="0" presId="urn:microsoft.com/office/officeart/2018/2/layout/IconCircleList"/>
    <dgm:cxn modelId="{4352A33F-AA4D-480F-954E-816BF04198EE}" type="presParOf" srcId="{114828FB-3D36-41D6-9C1B-0C49FAC599EF}" destId="{0A09EA35-51EE-446F-B15D-A3266E12D29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CFCF04C-02D3-4DCC-A22D-57A750841C5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4BD2355-30E9-4784-B80E-ABE141616588}">
      <dgm:prSet/>
      <dgm:spPr/>
      <dgm:t>
        <a:bodyPr/>
        <a:lstStyle/>
        <a:p>
          <a:pPr>
            <a:defRPr cap="all"/>
          </a:pPr>
          <a:r>
            <a:rPr lang="en-US"/>
            <a:t>Weak data retention policy and governance</a:t>
          </a:r>
        </a:p>
      </dgm:t>
    </dgm:pt>
    <dgm:pt modelId="{AEEB4E80-C87C-4749-9154-CCE5D90FAA14}" type="parTrans" cxnId="{BF3DBCA3-A6CE-42D2-BA02-C256D727678B}">
      <dgm:prSet/>
      <dgm:spPr/>
      <dgm:t>
        <a:bodyPr/>
        <a:lstStyle/>
        <a:p>
          <a:endParaRPr lang="en-US"/>
        </a:p>
      </dgm:t>
    </dgm:pt>
    <dgm:pt modelId="{66ED878D-08CC-4FC7-8419-AA379DE2BCD5}" type="sibTrans" cxnId="{BF3DBCA3-A6CE-42D2-BA02-C256D727678B}">
      <dgm:prSet/>
      <dgm:spPr/>
      <dgm:t>
        <a:bodyPr/>
        <a:lstStyle/>
        <a:p>
          <a:endParaRPr lang="en-US"/>
        </a:p>
      </dgm:t>
    </dgm:pt>
    <dgm:pt modelId="{AF43708E-3720-46A7-8DCD-D451F43F55AD}">
      <dgm:prSet/>
      <dgm:spPr/>
      <dgm:t>
        <a:bodyPr/>
        <a:lstStyle/>
        <a:p>
          <a:pPr>
            <a:defRPr cap="all"/>
          </a:pPr>
          <a:r>
            <a:rPr lang="en-US"/>
            <a:t>Inadequate monitoring</a:t>
          </a:r>
        </a:p>
      </dgm:t>
    </dgm:pt>
    <dgm:pt modelId="{5E660AB3-673E-48C6-B9FD-ED54242D8DD6}" type="parTrans" cxnId="{A8B5E814-C99B-4241-AED0-BA30F3175561}">
      <dgm:prSet/>
      <dgm:spPr/>
      <dgm:t>
        <a:bodyPr/>
        <a:lstStyle/>
        <a:p>
          <a:endParaRPr lang="en-US"/>
        </a:p>
      </dgm:t>
    </dgm:pt>
    <dgm:pt modelId="{65A739E3-D984-4FCD-A98C-ED4D215120C9}" type="sibTrans" cxnId="{A8B5E814-C99B-4241-AED0-BA30F3175561}">
      <dgm:prSet/>
      <dgm:spPr/>
      <dgm:t>
        <a:bodyPr/>
        <a:lstStyle/>
        <a:p>
          <a:endParaRPr lang="en-US"/>
        </a:p>
      </dgm:t>
    </dgm:pt>
    <dgm:pt modelId="{89C23CC4-A3E0-40AF-8DFA-D856E088C7D2}">
      <dgm:prSet/>
      <dgm:spPr/>
      <dgm:t>
        <a:bodyPr/>
        <a:lstStyle/>
        <a:p>
          <a:pPr>
            <a:defRPr cap="all"/>
          </a:pPr>
          <a:r>
            <a:rPr lang="en-US"/>
            <a:t>Slow response</a:t>
          </a:r>
        </a:p>
      </dgm:t>
    </dgm:pt>
    <dgm:pt modelId="{132AF749-C971-4417-87D4-2305DD959A05}" type="parTrans" cxnId="{AC89DCE5-12D0-4280-9262-043F68EA953A}">
      <dgm:prSet/>
      <dgm:spPr/>
      <dgm:t>
        <a:bodyPr/>
        <a:lstStyle/>
        <a:p>
          <a:endParaRPr lang="en-US"/>
        </a:p>
      </dgm:t>
    </dgm:pt>
    <dgm:pt modelId="{BF8FAD04-482B-40CF-9061-4AC0B17E4FFA}" type="sibTrans" cxnId="{AC89DCE5-12D0-4280-9262-043F68EA953A}">
      <dgm:prSet/>
      <dgm:spPr/>
      <dgm:t>
        <a:bodyPr/>
        <a:lstStyle/>
        <a:p>
          <a:endParaRPr lang="en-US"/>
        </a:p>
      </dgm:t>
    </dgm:pt>
    <dgm:pt modelId="{B8807F22-FCE1-4ABE-A1F4-430A26C298D5}" type="pres">
      <dgm:prSet presAssocID="{DCFCF04C-02D3-4DCC-A22D-57A750841C55}" presName="root" presStyleCnt="0">
        <dgm:presLayoutVars>
          <dgm:dir/>
          <dgm:resizeHandles val="exact"/>
        </dgm:presLayoutVars>
      </dgm:prSet>
      <dgm:spPr/>
    </dgm:pt>
    <dgm:pt modelId="{339B8AC4-50F0-4699-872A-652A2037A3A1}" type="pres">
      <dgm:prSet presAssocID="{14BD2355-30E9-4784-B80E-ABE141616588}" presName="compNode" presStyleCnt="0"/>
      <dgm:spPr/>
    </dgm:pt>
    <dgm:pt modelId="{84D3D735-41F8-4327-8E63-32AFB3BDD672}" type="pres">
      <dgm:prSet presAssocID="{14BD2355-30E9-4784-B80E-ABE141616588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3CE142B-0EE8-4BBE-97B7-175DDB5621EA}" type="pres">
      <dgm:prSet presAssocID="{14BD2355-30E9-4784-B80E-ABE14161658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109536A-9281-4D05-A499-EEFDE531E0DD}" type="pres">
      <dgm:prSet presAssocID="{14BD2355-30E9-4784-B80E-ABE141616588}" presName="spaceRect" presStyleCnt="0"/>
      <dgm:spPr/>
    </dgm:pt>
    <dgm:pt modelId="{1D70AAC3-0BA2-46A8-8CF3-7463ED5F28F3}" type="pres">
      <dgm:prSet presAssocID="{14BD2355-30E9-4784-B80E-ABE141616588}" presName="textRect" presStyleLbl="revTx" presStyleIdx="0" presStyleCnt="3">
        <dgm:presLayoutVars>
          <dgm:chMax val="1"/>
          <dgm:chPref val="1"/>
        </dgm:presLayoutVars>
      </dgm:prSet>
      <dgm:spPr/>
    </dgm:pt>
    <dgm:pt modelId="{869A0F73-7AC2-407D-AB07-57C33145D295}" type="pres">
      <dgm:prSet presAssocID="{66ED878D-08CC-4FC7-8419-AA379DE2BCD5}" presName="sibTrans" presStyleCnt="0"/>
      <dgm:spPr/>
    </dgm:pt>
    <dgm:pt modelId="{BFCE3416-ABEF-46C6-8132-212719EEFCE6}" type="pres">
      <dgm:prSet presAssocID="{AF43708E-3720-46A7-8DCD-D451F43F55AD}" presName="compNode" presStyleCnt="0"/>
      <dgm:spPr/>
    </dgm:pt>
    <dgm:pt modelId="{8194CC74-CDF7-480F-AC86-95F827BF3581}" type="pres">
      <dgm:prSet presAssocID="{AF43708E-3720-46A7-8DCD-D451F43F55AD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E071DBE-F47D-428F-9C0F-6D0FF8951E2B}" type="pres">
      <dgm:prSet presAssocID="{AF43708E-3720-46A7-8DCD-D451F43F55A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4276A28F-90E9-4080-A5FC-C04DED9B0FA6}" type="pres">
      <dgm:prSet presAssocID="{AF43708E-3720-46A7-8DCD-D451F43F55AD}" presName="spaceRect" presStyleCnt="0"/>
      <dgm:spPr/>
    </dgm:pt>
    <dgm:pt modelId="{F7DBABA8-CE76-4D8A-A072-7B8A778568E4}" type="pres">
      <dgm:prSet presAssocID="{AF43708E-3720-46A7-8DCD-D451F43F55AD}" presName="textRect" presStyleLbl="revTx" presStyleIdx="1" presStyleCnt="3">
        <dgm:presLayoutVars>
          <dgm:chMax val="1"/>
          <dgm:chPref val="1"/>
        </dgm:presLayoutVars>
      </dgm:prSet>
      <dgm:spPr/>
    </dgm:pt>
    <dgm:pt modelId="{79E851EB-108C-4E6C-A71C-3745CA23FE3A}" type="pres">
      <dgm:prSet presAssocID="{65A739E3-D984-4FCD-A98C-ED4D215120C9}" presName="sibTrans" presStyleCnt="0"/>
      <dgm:spPr/>
    </dgm:pt>
    <dgm:pt modelId="{C7FA78DA-BC2C-4DEA-A3C9-BB09D9F939F0}" type="pres">
      <dgm:prSet presAssocID="{89C23CC4-A3E0-40AF-8DFA-D856E088C7D2}" presName="compNode" presStyleCnt="0"/>
      <dgm:spPr/>
    </dgm:pt>
    <dgm:pt modelId="{F46E1E52-8F93-4F59-BE8B-35EA2923BC40}" type="pres">
      <dgm:prSet presAssocID="{89C23CC4-A3E0-40AF-8DFA-D856E088C7D2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CDD15ED-DD63-4B8C-8B00-95E914733B34}" type="pres">
      <dgm:prSet presAssocID="{89C23CC4-A3E0-40AF-8DFA-D856E088C7D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rtle"/>
        </a:ext>
      </dgm:extLst>
    </dgm:pt>
    <dgm:pt modelId="{9506E83D-0C0A-4AD5-BDCC-F6C409519F04}" type="pres">
      <dgm:prSet presAssocID="{89C23CC4-A3E0-40AF-8DFA-D856E088C7D2}" presName="spaceRect" presStyleCnt="0"/>
      <dgm:spPr/>
    </dgm:pt>
    <dgm:pt modelId="{4E0E55F5-D129-4A10-8D80-BF2A6C610A1D}" type="pres">
      <dgm:prSet presAssocID="{89C23CC4-A3E0-40AF-8DFA-D856E088C7D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8B5E814-C99B-4241-AED0-BA30F3175561}" srcId="{DCFCF04C-02D3-4DCC-A22D-57A750841C55}" destId="{AF43708E-3720-46A7-8DCD-D451F43F55AD}" srcOrd="1" destOrd="0" parTransId="{5E660AB3-673E-48C6-B9FD-ED54242D8DD6}" sibTransId="{65A739E3-D984-4FCD-A98C-ED4D215120C9}"/>
    <dgm:cxn modelId="{9AFC9E2A-96B7-4AA2-966B-3E3AE7845E06}" type="presOf" srcId="{DCFCF04C-02D3-4DCC-A22D-57A750841C55}" destId="{B8807F22-FCE1-4ABE-A1F4-430A26C298D5}" srcOrd="0" destOrd="0" presId="urn:microsoft.com/office/officeart/2018/5/layout/IconLeafLabelList"/>
    <dgm:cxn modelId="{8F622F67-BF16-4043-B01A-1E2C5A3B120A}" type="presOf" srcId="{89C23CC4-A3E0-40AF-8DFA-D856E088C7D2}" destId="{4E0E55F5-D129-4A10-8D80-BF2A6C610A1D}" srcOrd="0" destOrd="0" presId="urn:microsoft.com/office/officeart/2018/5/layout/IconLeafLabelList"/>
    <dgm:cxn modelId="{6E25A64B-AE93-4B2F-86C2-8533A469EA04}" type="presOf" srcId="{AF43708E-3720-46A7-8DCD-D451F43F55AD}" destId="{F7DBABA8-CE76-4D8A-A072-7B8A778568E4}" srcOrd="0" destOrd="0" presId="urn:microsoft.com/office/officeart/2018/5/layout/IconLeafLabelList"/>
    <dgm:cxn modelId="{62E2BB70-800B-4505-AC35-E603A60D789E}" type="presOf" srcId="{14BD2355-30E9-4784-B80E-ABE141616588}" destId="{1D70AAC3-0BA2-46A8-8CF3-7463ED5F28F3}" srcOrd="0" destOrd="0" presId="urn:microsoft.com/office/officeart/2018/5/layout/IconLeafLabelList"/>
    <dgm:cxn modelId="{BF3DBCA3-A6CE-42D2-BA02-C256D727678B}" srcId="{DCFCF04C-02D3-4DCC-A22D-57A750841C55}" destId="{14BD2355-30E9-4784-B80E-ABE141616588}" srcOrd="0" destOrd="0" parTransId="{AEEB4E80-C87C-4749-9154-CCE5D90FAA14}" sibTransId="{66ED878D-08CC-4FC7-8419-AA379DE2BCD5}"/>
    <dgm:cxn modelId="{AC89DCE5-12D0-4280-9262-043F68EA953A}" srcId="{DCFCF04C-02D3-4DCC-A22D-57A750841C55}" destId="{89C23CC4-A3E0-40AF-8DFA-D856E088C7D2}" srcOrd="2" destOrd="0" parTransId="{132AF749-C971-4417-87D4-2305DD959A05}" sibTransId="{BF8FAD04-482B-40CF-9061-4AC0B17E4FFA}"/>
    <dgm:cxn modelId="{5040D305-FD72-442B-B789-EC180233140E}" type="presParOf" srcId="{B8807F22-FCE1-4ABE-A1F4-430A26C298D5}" destId="{339B8AC4-50F0-4699-872A-652A2037A3A1}" srcOrd="0" destOrd="0" presId="urn:microsoft.com/office/officeart/2018/5/layout/IconLeafLabelList"/>
    <dgm:cxn modelId="{7CA7BB81-D81D-4E1D-AB09-4ACD2B31C5C4}" type="presParOf" srcId="{339B8AC4-50F0-4699-872A-652A2037A3A1}" destId="{84D3D735-41F8-4327-8E63-32AFB3BDD672}" srcOrd="0" destOrd="0" presId="urn:microsoft.com/office/officeart/2018/5/layout/IconLeafLabelList"/>
    <dgm:cxn modelId="{1FC03B79-1CBF-4964-A03B-EC86B1DCE690}" type="presParOf" srcId="{339B8AC4-50F0-4699-872A-652A2037A3A1}" destId="{B3CE142B-0EE8-4BBE-97B7-175DDB5621EA}" srcOrd="1" destOrd="0" presId="urn:microsoft.com/office/officeart/2018/5/layout/IconLeafLabelList"/>
    <dgm:cxn modelId="{B20F6A1B-3CC7-4AED-AC61-61F3C4A02E3F}" type="presParOf" srcId="{339B8AC4-50F0-4699-872A-652A2037A3A1}" destId="{5109536A-9281-4D05-A499-EEFDE531E0DD}" srcOrd="2" destOrd="0" presId="urn:microsoft.com/office/officeart/2018/5/layout/IconLeafLabelList"/>
    <dgm:cxn modelId="{D214EB3D-BB68-4593-AA83-3E63328AC5AD}" type="presParOf" srcId="{339B8AC4-50F0-4699-872A-652A2037A3A1}" destId="{1D70AAC3-0BA2-46A8-8CF3-7463ED5F28F3}" srcOrd="3" destOrd="0" presId="urn:microsoft.com/office/officeart/2018/5/layout/IconLeafLabelList"/>
    <dgm:cxn modelId="{0009494A-83E3-45CD-B78F-73BF7C1C4ABD}" type="presParOf" srcId="{B8807F22-FCE1-4ABE-A1F4-430A26C298D5}" destId="{869A0F73-7AC2-407D-AB07-57C33145D295}" srcOrd="1" destOrd="0" presId="urn:microsoft.com/office/officeart/2018/5/layout/IconLeafLabelList"/>
    <dgm:cxn modelId="{063DC00A-383E-4930-B8A1-8E6D0F3EA620}" type="presParOf" srcId="{B8807F22-FCE1-4ABE-A1F4-430A26C298D5}" destId="{BFCE3416-ABEF-46C6-8132-212719EEFCE6}" srcOrd="2" destOrd="0" presId="urn:microsoft.com/office/officeart/2018/5/layout/IconLeafLabelList"/>
    <dgm:cxn modelId="{5A1D1E52-FA22-4D09-BFCF-9A88C2B85351}" type="presParOf" srcId="{BFCE3416-ABEF-46C6-8132-212719EEFCE6}" destId="{8194CC74-CDF7-480F-AC86-95F827BF3581}" srcOrd="0" destOrd="0" presId="urn:microsoft.com/office/officeart/2018/5/layout/IconLeafLabelList"/>
    <dgm:cxn modelId="{6FA3F1E2-6991-40A0-B49B-A1F745C29B08}" type="presParOf" srcId="{BFCE3416-ABEF-46C6-8132-212719EEFCE6}" destId="{8E071DBE-F47D-428F-9C0F-6D0FF8951E2B}" srcOrd="1" destOrd="0" presId="urn:microsoft.com/office/officeart/2018/5/layout/IconLeafLabelList"/>
    <dgm:cxn modelId="{1E5CAA83-1160-4CBB-B38E-A2B3CEED8C16}" type="presParOf" srcId="{BFCE3416-ABEF-46C6-8132-212719EEFCE6}" destId="{4276A28F-90E9-4080-A5FC-C04DED9B0FA6}" srcOrd="2" destOrd="0" presId="urn:microsoft.com/office/officeart/2018/5/layout/IconLeafLabelList"/>
    <dgm:cxn modelId="{BF24ACB0-948D-4D4B-8D77-A96107AF2B20}" type="presParOf" srcId="{BFCE3416-ABEF-46C6-8132-212719EEFCE6}" destId="{F7DBABA8-CE76-4D8A-A072-7B8A778568E4}" srcOrd="3" destOrd="0" presId="urn:microsoft.com/office/officeart/2018/5/layout/IconLeafLabelList"/>
    <dgm:cxn modelId="{14B531ED-5237-4ADC-B147-E12C476C654C}" type="presParOf" srcId="{B8807F22-FCE1-4ABE-A1F4-430A26C298D5}" destId="{79E851EB-108C-4E6C-A71C-3745CA23FE3A}" srcOrd="3" destOrd="0" presId="urn:microsoft.com/office/officeart/2018/5/layout/IconLeafLabelList"/>
    <dgm:cxn modelId="{D327463D-61ED-44D2-9DC6-0586603E5DBA}" type="presParOf" srcId="{B8807F22-FCE1-4ABE-A1F4-430A26C298D5}" destId="{C7FA78DA-BC2C-4DEA-A3C9-BB09D9F939F0}" srcOrd="4" destOrd="0" presId="urn:microsoft.com/office/officeart/2018/5/layout/IconLeafLabelList"/>
    <dgm:cxn modelId="{D39D2084-4EB8-44A3-A768-9ED33DBFDDC6}" type="presParOf" srcId="{C7FA78DA-BC2C-4DEA-A3C9-BB09D9F939F0}" destId="{F46E1E52-8F93-4F59-BE8B-35EA2923BC40}" srcOrd="0" destOrd="0" presId="urn:microsoft.com/office/officeart/2018/5/layout/IconLeafLabelList"/>
    <dgm:cxn modelId="{402C3927-797C-4033-B058-EF3BBC5E1332}" type="presParOf" srcId="{C7FA78DA-BC2C-4DEA-A3C9-BB09D9F939F0}" destId="{5CDD15ED-DD63-4B8C-8B00-95E914733B34}" srcOrd="1" destOrd="0" presId="urn:microsoft.com/office/officeart/2018/5/layout/IconLeafLabelList"/>
    <dgm:cxn modelId="{CCFCD08A-45DD-4DEB-A764-635B015BAECA}" type="presParOf" srcId="{C7FA78DA-BC2C-4DEA-A3C9-BB09D9F939F0}" destId="{9506E83D-0C0A-4AD5-BDCC-F6C409519F04}" srcOrd="2" destOrd="0" presId="urn:microsoft.com/office/officeart/2018/5/layout/IconLeafLabelList"/>
    <dgm:cxn modelId="{5653B2DC-69EA-4314-A14B-3AC9A5D4FAF0}" type="presParOf" srcId="{C7FA78DA-BC2C-4DEA-A3C9-BB09D9F939F0}" destId="{4E0E55F5-D129-4A10-8D80-BF2A6C610A1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67962DA-D767-4E44-9819-4B228951505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7C497CCB-CA71-4BDE-BECE-5469E75A37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retention policy </a:t>
          </a:r>
        </a:p>
      </dgm:t>
    </dgm:pt>
    <dgm:pt modelId="{272DEB8A-4DCB-4214-BD38-B4DAD3209542}" type="parTrans" cxnId="{0541F7F4-1293-4D3B-A2DD-130E2DEB6646}">
      <dgm:prSet/>
      <dgm:spPr/>
      <dgm:t>
        <a:bodyPr/>
        <a:lstStyle/>
        <a:p>
          <a:endParaRPr lang="en-US"/>
        </a:p>
      </dgm:t>
    </dgm:pt>
    <dgm:pt modelId="{157504F4-4B97-465D-A377-20C137ED3DE7}" type="sibTrans" cxnId="{0541F7F4-1293-4D3B-A2DD-130E2DEB6646}">
      <dgm:prSet/>
      <dgm:spPr/>
      <dgm:t>
        <a:bodyPr/>
        <a:lstStyle/>
        <a:p>
          <a:endParaRPr lang="en-US"/>
        </a:p>
      </dgm:t>
    </dgm:pt>
    <dgm:pt modelId="{9F8476F3-64EF-433F-BA08-7003DB2929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Continuous monitoring of </a:t>
          </a:r>
          <a:r>
            <a:rPr lang="en-US">
              <a:latin typeface="Aptos Display" panose="020F0302020204030204"/>
            </a:rPr>
            <a:t>threats</a:t>
          </a:r>
          <a:endParaRPr lang="en-US"/>
        </a:p>
      </dgm:t>
    </dgm:pt>
    <dgm:pt modelId="{FE866B81-E7C3-4DAB-80C5-74910C058A94}" type="parTrans" cxnId="{2F2050D6-A0DB-4908-83B4-4FFE7F55629F}">
      <dgm:prSet/>
      <dgm:spPr/>
      <dgm:t>
        <a:bodyPr/>
        <a:lstStyle/>
        <a:p>
          <a:endParaRPr lang="en-US"/>
        </a:p>
      </dgm:t>
    </dgm:pt>
    <dgm:pt modelId="{0B9C951A-3F20-40C5-879D-3B23599AFA7E}" type="sibTrans" cxnId="{2F2050D6-A0DB-4908-83B4-4FFE7F55629F}">
      <dgm:prSet/>
      <dgm:spPr/>
      <dgm:t>
        <a:bodyPr/>
        <a:lstStyle/>
        <a:p>
          <a:endParaRPr lang="en-US"/>
        </a:p>
      </dgm:t>
    </dgm:pt>
    <dgm:pt modelId="{C155A42E-A624-4B19-BA35-1626FD62F5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 Display" panose="020F0302020204030204"/>
            </a:rPr>
            <a:t>Quantitative</a:t>
          </a:r>
          <a:r>
            <a:rPr lang="en-US"/>
            <a:t> data analysis </a:t>
          </a:r>
        </a:p>
      </dgm:t>
    </dgm:pt>
    <dgm:pt modelId="{A5A06DF0-E871-4750-93AB-1E2B83F146AA}" type="parTrans" cxnId="{BB92B897-EA47-46AD-A41C-92B014BDC4E3}">
      <dgm:prSet/>
      <dgm:spPr/>
      <dgm:t>
        <a:bodyPr/>
        <a:lstStyle/>
        <a:p>
          <a:endParaRPr lang="en-US"/>
        </a:p>
      </dgm:t>
    </dgm:pt>
    <dgm:pt modelId="{D37F43F7-B806-4C39-AC72-AEC0B46BCCD7}" type="sibTrans" cxnId="{BB92B897-EA47-46AD-A41C-92B014BDC4E3}">
      <dgm:prSet/>
      <dgm:spPr/>
      <dgm:t>
        <a:bodyPr/>
        <a:lstStyle/>
        <a:p>
          <a:endParaRPr lang="en-US"/>
        </a:p>
      </dgm:t>
    </dgm:pt>
    <dgm:pt modelId="{5D1EFED1-470D-47E8-A12A-31529C5CE4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 Display" panose="020F0302020204030204"/>
            </a:rPr>
            <a:t>Collaboration</a:t>
          </a:r>
          <a:r>
            <a:rPr lang="en-US"/>
            <a:t> </a:t>
          </a:r>
          <a:endParaRPr lang="en-US">
            <a:latin typeface="Aptos Display" panose="020F0302020204030204"/>
          </a:endParaRPr>
        </a:p>
      </dgm:t>
    </dgm:pt>
    <dgm:pt modelId="{E0051695-985A-44FE-A8E6-8CCE73667E3B}" type="parTrans" cxnId="{BF25F68A-EE5F-4CBC-AB3F-496B7DEA813B}">
      <dgm:prSet/>
      <dgm:spPr/>
      <dgm:t>
        <a:bodyPr/>
        <a:lstStyle/>
        <a:p>
          <a:endParaRPr lang="en-US"/>
        </a:p>
      </dgm:t>
    </dgm:pt>
    <dgm:pt modelId="{7B3A031B-73E1-421F-A073-77B2A832B2AF}" type="sibTrans" cxnId="{BF25F68A-EE5F-4CBC-AB3F-496B7DEA813B}">
      <dgm:prSet/>
      <dgm:spPr/>
      <dgm:t>
        <a:bodyPr/>
        <a:lstStyle/>
        <a:p>
          <a:endParaRPr lang="en-US"/>
        </a:p>
      </dgm:t>
    </dgm:pt>
    <dgm:pt modelId="{201D0DBB-55AE-4F9C-A843-8C3FA6B73C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Incident response plan  </a:t>
          </a:r>
        </a:p>
      </dgm:t>
    </dgm:pt>
    <dgm:pt modelId="{3223F1C4-EF69-4738-B417-C9C426961B85}" type="parTrans" cxnId="{8E583874-7D0A-47B0-9954-D8C60F5EF5FF}">
      <dgm:prSet/>
      <dgm:spPr/>
      <dgm:t>
        <a:bodyPr/>
        <a:lstStyle/>
        <a:p>
          <a:endParaRPr lang="en-US"/>
        </a:p>
      </dgm:t>
    </dgm:pt>
    <dgm:pt modelId="{C415289B-2B8E-4AD1-897A-077D9D47DC97}" type="sibTrans" cxnId="{8E583874-7D0A-47B0-9954-D8C60F5EF5FF}">
      <dgm:prSet/>
      <dgm:spPr/>
      <dgm:t>
        <a:bodyPr/>
        <a:lstStyle/>
        <a:p>
          <a:endParaRPr lang="en-US"/>
        </a:p>
      </dgm:t>
    </dgm:pt>
    <dgm:pt modelId="{E7F2784D-CA9C-4263-A808-48045BEBCC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Transparency</a:t>
          </a:r>
          <a:r>
            <a:rPr lang="en-US">
              <a:latin typeface="Aptos Display" panose="020F0302020204030204"/>
            </a:rPr>
            <a:t> </a:t>
          </a:r>
          <a:endParaRPr lang="en-US"/>
        </a:p>
      </dgm:t>
    </dgm:pt>
    <dgm:pt modelId="{63B6CCB2-6474-40B8-AE4B-FAF2CA396BA5}" type="parTrans" cxnId="{6DAECC8C-3D84-4576-A318-2230D7A1C237}">
      <dgm:prSet/>
      <dgm:spPr/>
      <dgm:t>
        <a:bodyPr/>
        <a:lstStyle/>
        <a:p>
          <a:endParaRPr lang="en-US"/>
        </a:p>
      </dgm:t>
    </dgm:pt>
    <dgm:pt modelId="{E2915956-8230-42A4-A037-8FD7EB32AB5F}" type="sibTrans" cxnId="{6DAECC8C-3D84-4576-A318-2230D7A1C237}">
      <dgm:prSet/>
      <dgm:spPr/>
      <dgm:t>
        <a:bodyPr/>
        <a:lstStyle/>
        <a:p>
          <a:endParaRPr lang="en-US"/>
        </a:p>
      </dgm:t>
    </dgm:pt>
    <dgm:pt modelId="{CC7D631C-E023-460A-851C-2387C1E1CA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ethics in decision making </a:t>
          </a:r>
        </a:p>
      </dgm:t>
    </dgm:pt>
    <dgm:pt modelId="{B87DBD9C-5B0F-495C-9070-F7B2CED4A8E1}" type="parTrans" cxnId="{5AEA116E-BAAA-4735-8D5C-2036E71FC26D}">
      <dgm:prSet/>
      <dgm:spPr/>
      <dgm:t>
        <a:bodyPr/>
        <a:lstStyle/>
        <a:p>
          <a:endParaRPr lang="en-US"/>
        </a:p>
      </dgm:t>
    </dgm:pt>
    <dgm:pt modelId="{1ADF2F7C-1299-4061-8C4E-1F3CA3DFB2B6}" type="sibTrans" cxnId="{5AEA116E-BAAA-4735-8D5C-2036E71FC26D}">
      <dgm:prSet/>
      <dgm:spPr/>
      <dgm:t>
        <a:bodyPr/>
        <a:lstStyle/>
        <a:p>
          <a:endParaRPr lang="en-US"/>
        </a:p>
      </dgm:t>
    </dgm:pt>
    <dgm:pt modelId="{6D3C6215-82FB-4429-BF44-368DC8682C09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 Display" panose="020F0302020204030204"/>
            </a:rPr>
            <a:t>Audit</a:t>
          </a:r>
          <a:endParaRPr lang="en-US"/>
        </a:p>
      </dgm:t>
    </dgm:pt>
    <dgm:pt modelId="{D23D47AA-60AB-47BF-BD08-0FF731844826}" type="parTrans" cxnId="{C674459C-0E84-4125-86D2-B53B1907EA4C}">
      <dgm:prSet/>
      <dgm:spPr/>
      <dgm:t>
        <a:bodyPr/>
        <a:lstStyle/>
        <a:p>
          <a:endParaRPr lang="en-US"/>
        </a:p>
      </dgm:t>
    </dgm:pt>
    <dgm:pt modelId="{655636E5-3A8A-4514-8EA6-E47441A7D702}" type="sibTrans" cxnId="{C674459C-0E84-4125-86D2-B53B1907EA4C}">
      <dgm:prSet/>
      <dgm:spPr/>
      <dgm:t>
        <a:bodyPr/>
        <a:lstStyle/>
        <a:p>
          <a:endParaRPr lang="en-US"/>
        </a:p>
      </dgm:t>
    </dgm:pt>
    <dgm:pt modelId="{5B393A75-8F41-463A-937A-A0144536F56C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 Display" panose="020F0302020204030204"/>
            </a:rPr>
            <a:t>Strong</a:t>
          </a:r>
          <a:r>
            <a:rPr lang="en-US"/>
            <a:t> security culture </a:t>
          </a:r>
        </a:p>
      </dgm:t>
    </dgm:pt>
    <dgm:pt modelId="{551FDAC2-4269-4FAB-9390-2EFF8AE791DA}" type="parTrans" cxnId="{1905D2BC-7549-408F-B00F-68BE0D924C2A}">
      <dgm:prSet/>
      <dgm:spPr/>
    </dgm:pt>
    <dgm:pt modelId="{CADA0F60-3108-4E2B-A387-6748657C5347}" type="sibTrans" cxnId="{1905D2BC-7549-408F-B00F-68BE0D924C2A}">
      <dgm:prSet/>
      <dgm:spPr/>
    </dgm:pt>
    <dgm:pt modelId="{92D6AABA-535E-41C5-B5FD-C1043B51839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 Display" panose="020F0302020204030204"/>
            </a:rPr>
            <a:t>Improve customer trust, reputation and brand</a:t>
          </a:r>
        </a:p>
      </dgm:t>
    </dgm:pt>
    <dgm:pt modelId="{B10969B0-0E0D-4F0F-A44D-A00938339173}" type="parTrans" cxnId="{5CC6F30C-67D0-4282-9394-13AD08A14992}">
      <dgm:prSet/>
      <dgm:spPr/>
    </dgm:pt>
    <dgm:pt modelId="{0755ABD2-C10C-4E98-84FD-B0CFF5F3D957}" type="sibTrans" cxnId="{5CC6F30C-67D0-4282-9394-13AD08A14992}">
      <dgm:prSet/>
      <dgm:spPr/>
    </dgm:pt>
    <dgm:pt modelId="{506B9E8F-A428-4A28-835D-7A9EFCCD3AFF}" type="pres">
      <dgm:prSet presAssocID="{B67962DA-D767-4E44-9819-4B2289515057}" presName="root" presStyleCnt="0">
        <dgm:presLayoutVars>
          <dgm:dir/>
          <dgm:resizeHandles val="exact"/>
        </dgm:presLayoutVars>
      </dgm:prSet>
      <dgm:spPr/>
    </dgm:pt>
    <dgm:pt modelId="{207183B5-5A83-4290-81EF-8B7C296D8DC1}" type="pres">
      <dgm:prSet presAssocID="{7C497CCB-CA71-4BDE-BECE-5469E75A3753}" presName="compNode" presStyleCnt="0"/>
      <dgm:spPr/>
    </dgm:pt>
    <dgm:pt modelId="{F425D1E8-E02D-4CF0-9D69-AA8DF73523F2}" type="pres">
      <dgm:prSet presAssocID="{7C497CCB-CA71-4BDE-BECE-5469E75A3753}" presName="bgRect" presStyleLbl="bgShp" presStyleIdx="0" presStyleCnt="10"/>
      <dgm:spPr/>
    </dgm:pt>
    <dgm:pt modelId="{25503324-D16D-4CFC-BF64-42B818021B3D}" type="pres">
      <dgm:prSet presAssocID="{7C497CCB-CA71-4BDE-BECE-5469E75A3753}" presName="iconRect" presStyleLbl="node1" presStyleIdx="0" presStyleCnt="1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8FA9A1C-FFB1-4B3E-A83A-0240DF1F453B}" type="pres">
      <dgm:prSet presAssocID="{7C497CCB-CA71-4BDE-BECE-5469E75A3753}" presName="spaceRect" presStyleCnt="0"/>
      <dgm:spPr/>
    </dgm:pt>
    <dgm:pt modelId="{256E261D-7DEC-4A6F-AF0F-7429C5D03E4D}" type="pres">
      <dgm:prSet presAssocID="{7C497CCB-CA71-4BDE-BECE-5469E75A3753}" presName="parTx" presStyleLbl="revTx" presStyleIdx="0" presStyleCnt="10">
        <dgm:presLayoutVars>
          <dgm:chMax val="0"/>
          <dgm:chPref val="0"/>
        </dgm:presLayoutVars>
      </dgm:prSet>
      <dgm:spPr/>
    </dgm:pt>
    <dgm:pt modelId="{638C0E5D-FACE-494D-819E-CF23C1C0ADEB}" type="pres">
      <dgm:prSet presAssocID="{157504F4-4B97-465D-A377-20C137ED3DE7}" presName="sibTrans" presStyleCnt="0"/>
      <dgm:spPr/>
    </dgm:pt>
    <dgm:pt modelId="{722BB2AD-CF44-4E3A-A8C6-D8BA4AB964AE}" type="pres">
      <dgm:prSet presAssocID="{9F8476F3-64EF-433F-BA08-7003DB292967}" presName="compNode" presStyleCnt="0"/>
      <dgm:spPr/>
    </dgm:pt>
    <dgm:pt modelId="{F6AECCCF-3E5A-4579-BDA5-6439D0C6F1CF}" type="pres">
      <dgm:prSet presAssocID="{9F8476F3-64EF-433F-BA08-7003DB292967}" presName="bgRect" presStyleLbl="bgShp" presStyleIdx="1" presStyleCnt="10"/>
      <dgm:spPr/>
    </dgm:pt>
    <dgm:pt modelId="{C70DB04C-B1F9-4669-8FC6-68BB6FFA5C19}" type="pres">
      <dgm:prSet presAssocID="{9F8476F3-64EF-433F-BA08-7003DB292967}" presName="iconRect" presStyleLbl="node1" presStyleIdx="1" presStyleCnt="1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FD0C34FE-86FD-4EF3-B4FA-402BCA61395A}" type="pres">
      <dgm:prSet presAssocID="{9F8476F3-64EF-433F-BA08-7003DB292967}" presName="spaceRect" presStyleCnt="0"/>
      <dgm:spPr/>
    </dgm:pt>
    <dgm:pt modelId="{F0124692-F8E2-43CE-80DF-367C06E0C081}" type="pres">
      <dgm:prSet presAssocID="{9F8476F3-64EF-433F-BA08-7003DB292967}" presName="parTx" presStyleLbl="revTx" presStyleIdx="1" presStyleCnt="10">
        <dgm:presLayoutVars>
          <dgm:chMax val="0"/>
          <dgm:chPref val="0"/>
        </dgm:presLayoutVars>
      </dgm:prSet>
      <dgm:spPr/>
    </dgm:pt>
    <dgm:pt modelId="{7DE28B85-8E81-477F-BEF9-A28EEDE86974}" type="pres">
      <dgm:prSet presAssocID="{0B9C951A-3F20-40C5-879D-3B23599AFA7E}" presName="sibTrans" presStyleCnt="0"/>
      <dgm:spPr/>
    </dgm:pt>
    <dgm:pt modelId="{F6523080-E9DB-4D03-A01D-E752BD13824F}" type="pres">
      <dgm:prSet presAssocID="{C155A42E-A624-4B19-BA35-1626FD62F51A}" presName="compNode" presStyleCnt="0"/>
      <dgm:spPr/>
    </dgm:pt>
    <dgm:pt modelId="{F53592A4-F277-4399-B57C-6A8FB8C3E006}" type="pres">
      <dgm:prSet presAssocID="{C155A42E-A624-4B19-BA35-1626FD62F51A}" presName="bgRect" presStyleLbl="bgShp" presStyleIdx="2" presStyleCnt="10"/>
      <dgm:spPr/>
    </dgm:pt>
    <dgm:pt modelId="{2EA2CA74-ED6E-47C3-8874-F9CE6357D235}" type="pres">
      <dgm:prSet presAssocID="{C155A42E-A624-4B19-BA35-1626FD62F51A}" presName="iconRect" presStyleLbl="node1" presStyleIdx="2" presStyleCnt="1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9238773E-651D-450C-98FD-AC92F36B8836}" type="pres">
      <dgm:prSet presAssocID="{C155A42E-A624-4B19-BA35-1626FD62F51A}" presName="spaceRect" presStyleCnt="0"/>
      <dgm:spPr/>
    </dgm:pt>
    <dgm:pt modelId="{6A215A2C-E670-43DD-A591-33D9EE25B8A3}" type="pres">
      <dgm:prSet presAssocID="{C155A42E-A624-4B19-BA35-1626FD62F51A}" presName="parTx" presStyleLbl="revTx" presStyleIdx="2" presStyleCnt="10">
        <dgm:presLayoutVars>
          <dgm:chMax val="0"/>
          <dgm:chPref val="0"/>
        </dgm:presLayoutVars>
      </dgm:prSet>
      <dgm:spPr/>
    </dgm:pt>
    <dgm:pt modelId="{A5DB2EBC-649E-44C2-8AC7-A26DE9BC6B3C}" type="pres">
      <dgm:prSet presAssocID="{D37F43F7-B806-4C39-AC72-AEC0B46BCCD7}" presName="sibTrans" presStyleCnt="0"/>
      <dgm:spPr/>
    </dgm:pt>
    <dgm:pt modelId="{8CF86AD8-AADA-45E4-B64C-FABD87AE6E3D}" type="pres">
      <dgm:prSet presAssocID="{5D1EFED1-470D-47E8-A12A-31529C5CE430}" presName="compNode" presStyleCnt="0"/>
      <dgm:spPr/>
    </dgm:pt>
    <dgm:pt modelId="{E7F270CE-61A7-48A3-91C1-DF4F28D0C94B}" type="pres">
      <dgm:prSet presAssocID="{5D1EFED1-470D-47E8-A12A-31529C5CE430}" presName="bgRect" presStyleLbl="bgShp" presStyleIdx="3" presStyleCnt="10"/>
      <dgm:spPr/>
    </dgm:pt>
    <dgm:pt modelId="{8C7D974F-4FA3-4F5C-97DD-3FF4AD712816}" type="pres">
      <dgm:prSet presAssocID="{5D1EFED1-470D-47E8-A12A-31529C5CE430}" presName="iconRect" presStyleLbl="node1" presStyleIdx="3" presStyleCnt="10"/>
      <dgm:spPr>
        <a:ln>
          <a:noFill/>
        </a:ln>
      </dgm:spPr>
    </dgm:pt>
    <dgm:pt modelId="{510538C6-EFDE-44D5-A58C-9ADBE3FA1A16}" type="pres">
      <dgm:prSet presAssocID="{5D1EFED1-470D-47E8-A12A-31529C5CE430}" presName="spaceRect" presStyleCnt="0"/>
      <dgm:spPr/>
    </dgm:pt>
    <dgm:pt modelId="{EA015C05-AD3B-4368-AF3F-796082F8A78F}" type="pres">
      <dgm:prSet presAssocID="{5D1EFED1-470D-47E8-A12A-31529C5CE430}" presName="parTx" presStyleLbl="revTx" presStyleIdx="3" presStyleCnt="10">
        <dgm:presLayoutVars>
          <dgm:chMax val="0"/>
          <dgm:chPref val="0"/>
        </dgm:presLayoutVars>
      </dgm:prSet>
      <dgm:spPr/>
    </dgm:pt>
    <dgm:pt modelId="{D21DCB17-C2CE-49A9-8EE2-A5AA26DD1AB4}" type="pres">
      <dgm:prSet presAssocID="{7B3A031B-73E1-421F-A073-77B2A832B2AF}" presName="sibTrans" presStyleCnt="0"/>
      <dgm:spPr/>
    </dgm:pt>
    <dgm:pt modelId="{147EB693-6371-4524-BE60-BB03BC90A31C}" type="pres">
      <dgm:prSet presAssocID="{5B393A75-8F41-463A-937A-A0144536F56C}" presName="compNode" presStyleCnt="0"/>
      <dgm:spPr/>
    </dgm:pt>
    <dgm:pt modelId="{7946627C-288D-4808-834A-ADB406EBDB65}" type="pres">
      <dgm:prSet presAssocID="{5B393A75-8F41-463A-937A-A0144536F56C}" presName="bgRect" presStyleLbl="bgShp" presStyleIdx="4" presStyleCnt="10"/>
      <dgm:spPr/>
    </dgm:pt>
    <dgm:pt modelId="{0EC254E0-4056-4732-AE6B-38917669E036}" type="pres">
      <dgm:prSet presAssocID="{5B393A75-8F41-463A-937A-A0144536F56C}" presName="iconRect" presStyleLbl="node1" presStyleIdx="4" presStyleCnt="10"/>
      <dgm:spPr>
        <a:ln>
          <a:noFill/>
        </a:ln>
      </dgm:spPr>
    </dgm:pt>
    <dgm:pt modelId="{EB440636-C5A1-446C-9C0A-D0353B678B18}" type="pres">
      <dgm:prSet presAssocID="{5B393A75-8F41-463A-937A-A0144536F56C}" presName="spaceRect" presStyleCnt="0"/>
      <dgm:spPr/>
    </dgm:pt>
    <dgm:pt modelId="{D75D1A9E-9766-4235-B970-EEA05870B3C0}" type="pres">
      <dgm:prSet presAssocID="{5B393A75-8F41-463A-937A-A0144536F56C}" presName="parTx" presStyleLbl="revTx" presStyleIdx="4" presStyleCnt="10">
        <dgm:presLayoutVars>
          <dgm:chMax val="0"/>
          <dgm:chPref val="0"/>
        </dgm:presLayoutVars>
      </dgm:prSet>
      <dgm:spPr/>
    </dgm:pt>
    <dgm:pt modelId="{F5BED395-DF8B-4FAD-88E2-0CB0F811E1DF}" type="pres">
      <dgm:prSet presAssocID="{CADA0F60-3108-4E2B-A387-6748657C5347}" presName="sibTrans" presStyleCnt="0"/>
      <dgm:spPr/>
    </dgm:pt>
    <dgm:pt modelId="{1DE91D8D-1EF8-4ADB-B8C2-A3727BE62AB1}" type="pres">
      <dgm:prSet presAssocID="{201D0DBB-55AE-4F9C-A843-8C3FA6B73C21}" presName="compNode" presStyleCnt="0"/>
      <dgm:spPr/>
    </dgm:pt>
    <dgm:pt modelId="{15E0B866-78C6-4F09-B6B2-B032941841E4}" type="pres">
      <dgm:prSet presAssocID="{201D0DBB-55AE-4F9C-A843-8C3FA6B73C21}" presName="bgRect" presStyleLbl="bgShp" presStyleIdx="5" presStyleCnt="10"/>
      <dgm:spPr/>
    </dgm:pt>
    <dgm:pt modelId="{C810DEC6-39A9-4736-8E9F-9C5B45325886}" type="pres">
      <dgm:prSet presAssocID="{201D0DBB-55AE-4F9C-A843-8C3FA6B73C21}" presName="iconRect" presStyleLbl="node1" presStyleIdx="5" presStyleCnt="10"/>
      <dgm:spPr>
        <a:ln>
          <a:noFill/>
        </a:ln>
      </dgm:spPr>
    </dgm:pt>
    <dgm:pt modelId="{09EDE067-0B96-4114-90C8-AAA6C4F5CC08}" type="pres">
      <dgm:prSet presAssocID="{201D0DBB-55AE-4F9C-A843-8C3FA6B73C21}" presName="spaceRect" presStyleCnt="0"/>
      <dgm:spPr/>
    </dgm:pt>
    <dgm:pt modelId="{44B340C5-8CF3-4ACF-A02E-4BD3208AF014}" type="pres">
      <dgm:prSet presAssocID="{201D0DBB-55AE-4F9C-A843-8C3FA6B73C21}" presName="parTx" presStyleLbl="revTx" presStyleIdx="5" presStyleCnt="10">
        <dgm:presLayoutVars>
          <dgm:chMax val="0"/>
          <dgm:chPref val="0"/>
        </dgm:presLayoutVars>
      </dgm:prSet>
      <dgm:spPr/>
    </dgm:pt>
    <dgm:pt modelId="{6C5C1F4F-72DF-45FD-8CFF-C66E02ED95F0}" type="pres">
      <dgm:prSet presAssocID="{C415289B-2B8E-4AD1-897A-077D9D47DC97}" presName="sibTrans" presStyleCnt="0"/>
      <dgm:spPr/>
    </dgm:pt>
    <dgm:pt modelId="{D292F9DA-C39C-4D82-AF9A-CFCD1E216B3B}" type="pres">
      <dgm:prSet presAssocID="{E7F2784D-CA9C-4263-A808-48045BEBCCEA}" presName="compNode" presStyleCnt="0"/>
      <dgm:spPr/>
    </dgm:pt>
    <dgm:pt modelId="{6B3473AD-4F59-46AB-B568-95EBEE99791E}" type="pres">
      <dgm:prSet presAssocID="{E7F2784D-CA9C-4263-A808-48045BEBCCEA}" presName="bgRect" presStyleLbl="bgShp" presStyleIdx="6" presStyleCnt="10"/>
      <dgm:spPr/>
    </dgm:pt>
    <dgm:pt modelId="{FC1EDF4E-E371-4E3D-B627-F2FA06B2478C}" type="pres">
      <dgm:prSet presAssocID="{E7F2784D-CA9C-4263-A808-48045BEBCCEA}" presName="iconRect" presStyleLbl="node1" presStyleIdx="6" presStyleCnt="10"/>
      <dgm:spPr>
        <a:ln>
          <a:noFill/>
        </a:ln>
      </dgm:spPr>
    </dgm:pt>
    <dgm:pt modelId="{BB954907-CC4F-43FA-A403-58A7A6BABEF4}" type="pres">
      <dgm:prSet presAssocID="{E7F2784D-CA9C-4263-A808-48045BEBCCEA}" presName="spaceRect" presStyleCnt="0"/>
      <dgm:spPr/>
    </dgm:pt>
    <dgm:pt modelId="{CC5184E2-6D57-46D5-AFC5-BD2D5003A55B}" type="pres">
      <dgm:prSet presAssocID="{E7F2784D-CA9C-4263-A808-48045BEBCCEA}" presName="parTx" presStyleLbl="revTx" presStyleIdx="6" presStyleCnt="10">
        <dgm:presLayoutVars>
          <dgm:chMax val="0"/>
          <dgm:chPref val="0"/>
        </dgm:presLayoutVars>
      </dgm:prSet>
      <dgm:spPr/>
    </dgm:pt>
    <dgm:pt modelId="{F0C7E60B-8256-432A-8546-AC10DE1F3BA1}" type="pres">
      <dgm:prSet presAssocID="{E2915956-8230-42A4-A037-8FD7EB32AB5F}" presName="sibTrans" presStyleCnt="0"/>
      <dgm:spPr/>
    </dgm:pt>
    <dgm:pt modelId="{12D329AE-E104-459F-BB65-2593D41CD177}" type="pres">
      <dgm:prSet presAssocID="{CC7D631C-E023-460A-851C-2387C1E1CAB6}" presName="compNode" presStyleCnt="0"/>
      <dgm:spPr/>
    </dgm:pt>
    <dgm:pt modelId="{AD5836F1-C164-4622-8CF6-DEEA58242189}" type="pres">
      <dgm:prSet presAssocID="{CC7D631C-E023-460A-851C-2387C1E1CAB6}" presName="bgRect" presStyleLbl="bgShp" presStyleIdx="7" presStyleCnt="10"/>
      <dgm:spPr/>
    </dgm:pt>
    <dgm:pt modelId="{2F33CC16-A4FF-4AD1-8B25-246D71E0FDC4}" type="pres">
      <dgm:prSet presAssocID="{CC7D631C-E023-460A-851C-2387C1E1CAB6}" presName="iconRect" presStyleLbl="node1" presStyleIdx="7" presStyleCnt="10"/>
      <dgm:spPr>
        <a:ln>
          <a:noFill/>
        </a:ln>
      </dgm:spPr>
    </dgm:pt>
    <dgm:pt modelId="{4DB3649D-7BFA-4A71-AD25-141FCB185A7C}" type="pres">
      <dgm:prSet presAssocID="{CC7D631C-E023-460A-851C-2387C1E1CAB6}" presName="spaceRect" presStyleCnt="0"/>
      <dgm:spPr/>
    </dgm:pt>
    <dgm:pt modelId="{0D46F002-672F-43AA-94C2-A344C80343EC}" type="pres">
      <dgm:prSet presAssocID="{CC7D631C-E023-460A-851C-2387C1E1CAB6}" presName="parTx" presStyleLbl="revTx" presStyleIdx="7" presStyleCnt="10">
        <dgm:presLayoutVars>
          <dgm:chMax val="0"/>
          <dgm:chPref val="0"/>
        </dgm:presLayoutVars>
      </dgm:prSet>
      <dgm:spPr/>
    </dgm:pt>
    <dgm:pt modelId="{81FA97AC-9523-4873-B455-99892496C60C}" type="pres">
      <dgm:prSet presAssocID="{1ADF2F7C-1299-4061-8C4E-1F3CA3DFB2B6}" presName="sibTrans" presStyleCnt="0"/>
      <dgm:spPr/>
    </dgm:pt>
    <dgm:pt modelId="{955B0CCA-3E7E-448B-B14A-84848144AE3D}" type="pres">
      <dgm:prSet presAssocID="{6D3C6215-82FB-4429-BF44-368DC8682C09}" presName="compNode" presStyleCnt="0"/>
      <dgm:spPr/>
    </dgm:pt>
    <dgm:pt modelId="{EB3D3344-9F5F-41C5-B9A9-0514E478D769}" type="pres">
      <dgm:prSet presAssocID="{6D3C6215-82FB-4429-BF44-368DC8682C09}" presName="bgRect" presStyleLbl="bgShp" presStyleIdx="8" presStyleCnt="10"/>
      <dgm:spPr/>
    </dgm:pt>
    <dgm:pt modelId="{9F4194DC-ACCC-43CF-B706-67E63B210FEF}" type="pres">
      <dgm:prSet presAssocID="{6D3C6215-82FB-4429-BF44-368DC8682C09}" presName="iconRect" presStyleLbl="node1" presStyleIdx="8" presStyleCnt="10"/>
      <dgm:spPr>
        <a:ln>
          <a:noFill/>
        </a:ln>
      </dgm:spPr>
    </dgm:pt>
    <dgm:pt modelId="{1E829C99-539D-4171-8CBB-0186DE3A0A48}" type="pres">
      <dgm:prSet presAssocID="{6D3C6215-82FB-4429-BF44-368DC8682C09}" presName="spaceRect" presStyleCnt="0"/>
      <dgm:spPr/>
    </dgm:pt>
    <dgm:pt modelId="{7012B1DD-D55D-41DD-8A8F-3912F0DD8BA0}" type="pres">
      <dgm:prSet presAssocID="{6D3C6215-82FB-4429-BF44-368DC8682C09}" presName="parTx" presStyleLbl="revTx" presStyleIdx="8" presStyleCnt="10">
        <dgm:presLayoutVars>
          <dgm:chMax val="0"/>
          <dgm:chPref val="0"/>
        </dgm:presLayoutVars>
      </dgm:prSet>
      <dgm:spPr/>
    </dgm:pt>
    <dgm:pt modelId="{E0A1863A-398F-4A3F-A615-BF9BFDADEB24}" type="pres">
      <dgm:prSet presAssocID="{655636E5-3A8A-4514-8EA6-E47441A7D702}" presName="sibTrans" presStyleCnt="0"/>
      <dgm:spPr/>
    </dgm:pt>
    <dgm:pt modelId="{DC364F84-45F8-4F55-80EB-2327945745BC}" type="pres">
      <dgm:prSet presAssocID="{92D6AABA-535E-41C5-B5FD-C1043B518396}" presName="compNode" presStyleCnt="0"/>
      <dgm:spPr/>
    </dgm:pt>
    <dgm:pt modelId="{E37B308D-A9CE-4BFC-9F67-7D8C39AE7837}" type="pres">
      <dgm:prSet presAssocID="{92D6AABA-535E-41C5-B5FD-C1043B518396}" presName="bgRect" presStyleLbl="bgShp" presStyleIdx="9" presStyleCnt="10"/>
      <dgm:spPr/>
    </dgm:pt>
    <dgm:pt modelId="{A947D2D9-310E-4508-922A-1239C8483117}" type="pres">
      <dgm:prSet presAssocID="{92D6AABA-535E-41C5-B5FD-C1043B518396}" presName="iconRect" presStyleLbl="node1" presStyleIdx="9" presStyleCnt="10"/>
      <dgm:spPr>
        <a:ln>
          <a:noFill/>
        </a:ln>
      </dgm:spPr>
    </dgm:pt>
    <dgm:pt modelId="{8D665102-FD75-46ED-9529-A4449538B809}" type="pres">
      <dgm:prSet presAssocID="{92D6AABA-535E-41C5-B5FD-C1043B518396}" presName="spaceRect" presStyleCnt="0"/>
      <dgm:spPr/>
    </dgm:pt>
    <dgm:pt modelId="{324CE82F-81C7-463E-8434-1F07CCB09170}" type="pres">
      <dgm:prSet presAssocID="{92D6AABA-535E-41C5-B5FD-C1043B518396}" presName="parTx" presStyleLbl="revTx" presStyleIdx="9" presStyleCnt="10">
        <dgm:presLayoutVars>
          <dgm:chMax val="0"/>
          <dgm:chPref val="0"/>
        </dgm:presLayoutVars>
      </dgm:prSet>
      <dgm:spPr/>
    </dgm:pt>
  </dgm:ptLst>
  <dgm:cxnLst>
    <dgm:cxn modelId="{E780A302-8F6D-4797-8960-FB754BC7BF27}" type="presOf" srcId="{6D3C6215-82FB-4429-BF44-368DC8682C09}" destId="{7012B1DD-D55D-41DD-8A8F-3912F0DD8BA0}" srcOrd="0" destOrd="0" presId="urn:microsoft.com/office/officeart/2018/2/layout/IconVerticalSolidList"/>
    <dgm:cxn modelId="{5CC6F30C-67D0-4282-9394-13AD08A14992}" srcId="{B67962DA-D767-4E44-9819-4B2289515057}" destId="{92D6AABA-535E-41C5-B5FD-C1043B518396}" srcOrd="9" destOrd="0" parTransId="{B10969B0-0E0D-4F0F-A44D-A00938339173}" sibTransId="{0755ABD2-C10C-4E98-84FD-B0CFF5F3D957}"/>
    <dgm:cxn modelId="{D803AA12-967C-44C1-942E-7D73231284EA}" type="presOf" srcId="{5B393A75-8F41-463A-937A-A0144536F56C}" destId="{D75D1A9E-9766-4235-B970-EEA05870B3C0}" srcOrd="0" destOrd="0" presId="urn:microsoft.com/office/officeart/2018/2/layout/IconVerticalSolidList"/>
    <dgm:cxn modelId="{4A578E41-24AA-4507-A2C7-AE6759DEC7A5}" type="presOf" srcId="{B67962DA-D767-4E44-9819-4B2289515057}" destId="{506B9E8F-A428-4A28-835D-7A9EFCCD3AFF}" srcOrd="0" destOrd="0" presId="urn:microsoft.com/office/officeart/2018/2/layout/IconVerticalSolidList"/>
    <dgm:cxn modelId="{6263146A-D24C-43E0-8446-B815FF07778A}" type="presOf" srcId="{C155A42E-A624-4B19-BA35-1626FD62F51A}" destId="{6A215A2C-E670-43DD-A591-33D9EE25B8A3}" srcOrd="0" destOrd="0" presId="urn:microsoft.com/office/officeart/2018/2/layout/IconVerticalSolidList"/>
    <dgm:cxn modelId="{5AEA116E-BAAA-4735-8D5C-2036E71FC26D}" srcId="{B67962DA-D767-4E44-9819-4B2289515057}" destId="{CC7D631C-E023-460A-851C-2387C1E1CAB6}" srcOrd="7" destOrd="0" parTransId="{B87DBD9C-5B0F-495C-9070-F7B2CED4A8E1}" sibTransId="{1ADF2F7C-1299-4061-8C4E-1F3CA3DFB2B6}"/>
    <dgm:cxn modelId="{8E583874-7D0A-47B0-9954-D8C60F5EF5FF}" srcId="{B67962DA-D767-4E44-9819-4B2289515057}" destId="{201D0DBB-55AE-4F9C-A843-8C3FA6B73C21}" srcOrd="5" destOrd="0" parTransId="{3223F1C4-EF69-4738-B417-C9C426961B85}" sibTransId="{C415289B-2B8E-4AD1-897A-077D9D47DC97}"/>
    <dgm:cxn modelId="{03ADF989-884C-466B-BF0B-7ED03E1A6F66}" type="presOf" srcId="{7C497CCB-CA71-4BDE-BECE-5469E75A3753}" destId="{256E261D-7DEC-4A6F-AF0F-7429C5D03E4D}" srcOrd="0" destOrd="0" presId="urn:microsoft.com/office/officeart/2018/2/layout/IconVerticalSolidList"/>
    <dgm:cxn modelId="{B044868A-2117-4A71-BD5B-CCE57D26647B}" type="presOf" srcId="{CC7D631C-E023-460A-851C-2387C1E1CAB6}" destId="{0D46F002-672F-43AA-94C2-A344C80343EC}" srcOrd="0" destOrd="0" presId="urn:microsoft.com/office/officeart/2018/2/layout/IconVerticalSolidList"/>
    <dgm:cxn modelId="{BF25F68A-EE5F-4CBC-AB3F-496B7DEA813B}" srcId="{B67962DA-D767-4E44-9819-4B2289515057}" destId="{5D1EFED1-470D-47E8-A12A-31529C5CE430}" srcOrd="3" destOrd="0" parTransId="{E0051695-985A-44FE-A8E6-8CCE73667E3B}" sibTransId="{7B3A031B-73E1-421F-A073-77B2A832B2AF}"/>
    <dgm:cxn modelId="{6DAECC8C-3D84-4576-A318-2230D7A1C237}" srcId="{B67962DA-D767-4E44-9819-4B2289515057}" destId="{E7F2784D-CA9C-4263-A808-48045BEBCCEA}" srcOrd="6" destOrd="0" parTransId="{63B6CCB2-6474-40B8-AE4B-FAF2CA396BA5}" sibTransId="{E2915956-8230-42A4-A037-8FD7EB32AB5F}"/>
    <dgm:cxn modelId="{D8BDEF90-A732-426B-B8CE-EC0CEF45162E}" type="presOf" srcId="{9F8476F3-64EF-433F-BA08-7003DB292967}" destId="{F0124692-F8E2-43CE-80DF-367C06E0C081}" srcOrd="0" destOrd="0" presId="urn:microsoft.com/office/officeart/2018/2/layout/IconVerticalSolidList"/>
    <dgm:cxn modelId="{8644C892-2BA2-416C-A2D2-1C57468884D1}" type="presOf" srcId="{92D6AABA-535E-41C5-B5FD-C1043B518396}" destId="{324CE82F-81C7-463E-8434-1F07CCB09170}" srcOrd="0" destOrd="0" presId="urn:microsoft.com/office/officeart/2018/2/layout/IconVerticalSolidList"/>
    <dgm:cxn modelId="{BB92B897-EA47-46AD-A41C-92B014BDC4E3}" srcId="{B67962DA-D767-4E44-9819-4B2289515057}" destId="{C155A42E-A624-4B19-BA35-1626FD62F51A}" srcOrd="2" destOrd="0" parTransId="{A5A06DF0-E871-4750-93AB-1E2B83F146AA}" sibTransId="{D37F43F7-B806-4C39-AC72-AEC0B46BCCD7}"/>
    <dgm:cxn modelId="{C674459C-0E84-4125-86D2-B53B1907EA4C}" srcId="{B67962DA-D767-4E44-9819-4B2289515057}" destId="{6D3C6215-82FB-4429-BF44-368DC8682C09}" srcOrd="8" destOrd="0" parTransId="{D23D47AA-60AB-47BF-BD08-0FF731844826}" sibTransId="{655636E5-3A8A-4514-8EA6-E47441A7D702}"/>
    <dgm:cxn modelId="{0556239E-DC5A-4AE2-B6EB-A2119DD633A5}" type="presOf" srcId="{E7F2784D-CA9C-4263-A808-48045BEBCCEA}" destId="{CC5184E2-6D57-46D5-AFC5-BD2D5003A55B}" srcOrd="0" destOrd="0" presId="urn:microsoft.com/office/officeart/2018/2/layout/IconVerticalSolidList"/>
    <dgm:cxn modelId="{1905D2BC-7549-408F-B00F-68BE0D924C2A}" srcId="{B67962DA-D767-4E44-9819-4B2289515057}" destId="{5B393A75-8F41-463A-937A-A0144536F56C}" srcOrd="4" destOrd="0" parTransId="{551FDAC2-4269-4FAB-9390-2EFF8AE791DA}" sibTransId="{CADA0F60-3108-4E2B-A387-6748657C5347}"/>
    <dgm:cxn modelId="{2F2050D6-A0DB-4908-83B4-4FFE7F55629F}" srcId="{B67962DA-D767-4E44-9819-4B2289515057}" destId="{9F8476F3-64EF-433F-BA08-7003DB292967}" srcOrd="1" destOrd="0" parTransId="{FE866B81-E7C3-4DAB-80C5-74910C058A94}" sibTransId="{0B9C951A-3F20-40C5-879D-3B23599AFA7E}"/>
    <dgm:cxn modelId="{0541F7F4-1293-4D3B-A2DD-130E2DEB6646}" srcId="{B67962DA-D767-4E44-9819-4B2289515057}" destId="{7C497CCB-CA71-4BDE-BECE-5469E75A3753}" srcOrd="0" destOrd="0" parTransId="{272DEB8A-4DCB-4214-BD38-B4DAD3209542}" sibTransId="{157504F4-4B97-465D-A377-20C137ED3DE7}"/>
    <dgm:cxn modelId="{A87C76F7-92A6-41CA-8A6C-7DBB7A75D2F1}" type="presOf" srcId="{5D1EFED1-470D-47E8-A12A-31529C5CE430}" destId="{EA015C05-AD3B-4368-AF3F-796082F8A78F}" srcOrd="0" destOrd="0" presId="urn:microsoft.com/office/officeart/2018/2/layout/IconVerticalSolidList"/>
    <dgm:cxn modelId="{0E84ACFE-102A-4B5F-A613-6566364676B5}" type="presOf" srcId="{201D0DBB-55AE-4F9C-A843-8C3FA6B73C21}" destId="{44B340C5-8CF3-4ACF-A02E-4BD3208AF014}" srcOrd="0" destOrd="0" presId="urn:microsoft.com/office/officeart/2018/2/layout/IconVerticalSolidList"/>
    <dgm:cxn modelId="{6B2A68D3-8D38-4AC3-8531-3EA5C27CD056}" type="presParOf" srcId="{506B9E8F-A428-4A28-835D-7A9EFCCD3AFF}" destId="{207183B5-5A83-4290-81EF-8B7C296D8DC1}" srcOrd="0" destOrd="0" presId="urn:microsoft.com/office/officeart/2018/2/layout/IconVerticalSolidList"/>
    <dgm:cxn modelId="{5F7CBDC8-581D-4F07-9A44-1ECD121E68CF}" type="presParOf" srcId="{207183B5-5A83-4290-81EF-8B7C296D8DC1}" destId="{F425D1E8-E02D-4CF0-9D69-AA8DF73523F2}" srcOrd="0" destOrd="0" presId="urn:microsoft.com/office/officeart/2018/2/layout/IconVerticalSolidList"/>
    <dgm:cxn modelId="{FC529816-5CA9-4954-8E45-393F5A7DBE8D}" type="presParOf" srcId="{207183B5-5A83-4290-81EF-8B7C296D8DC1}" destId="{25503324-D16D-4CFC-BF64-42B818021B3D}" srcOrd="1" destOrd="0" presId="urn:microsoft.com/office/officeart/2018/2/layout/IconVerticalSolidList"/>
    <dgm:cxn modelId="{3DDBAF81-C5D8-44AA-A8BE-8499A37EA3B0}" type="presParOf" srcId="{207183B5-5A83-4290-81EF-8B7C296D8DC1}" destId="{98FA9A1C-FFB1-4B3E-A83A-0240DF1F453B}" srcOrd="2" destOrd="0" presId="urn:microsoft.com/office/officeart/2018/2/layout/IconVerticalSolidList"/>
    <dgm:cxn modelId="{0563F752-48FB-4E5B-BAF5-6FC3A3383480}" type="presParOf" srcId="{207183B5-5A83-4290-81EF-8B7C296D8DC1}" destId="{256E261D-7DEC-4A6F-AF0F-7429C5D03E4D}" srcOrd="3" destOrd="0" presId="urn:microsoft.com/office/officeart/2018/2/layout/IconVerticalSolidList"/>
    <dgm:cxn modelId="{89630957-D9CD-4CDA-9307-DFB61FB4979C}" type="presParOf" srcId="{506B9E8F-A428-4A28-835D-7A9EFCCD3AFF}" destId="{638C0E5D-FACE-494D-819E-CF23C1C0ADEB}" srcOrd="1" destOrd="0" presId="urn:microsoft.com/office/officeart/2018/2/layout/IconVerticalSolidList"/>
    <dgm:cxn modelId="{2360AFAE-4F06-4678-8059-F435413C7171}" type="presParOf" srcId="{506B9E8F-A428-4A28-835D-7A9EFCCD3AFF}" destId="{722BB2AD-CF44-4E3A-A8C6-D8BA4AB964AE}" srcOrd="2" destOrd="0" presId="urn:microsoft.com/office/officeart/2018/2/layout/IconVerticalSolidList"/>
    <dgm:cxn modelId="{EDA6FC31-8949-4CD6-885C-D9EB3CB614D6}" type="presParOf" srcId="{722BB2AD-CF44-4E3A-A8C6-D8BA4AB964AE}" destId="{F6AECCCF-3E5A-4579-BDA5-6439D0C6F1CF}" srcOrd="0" destOrd="0" presId="urn:microsoft.com/office/officeart/2018/2/layout/IconVerticalSolidList"/>
    <dgm:cxn modelId="{BA9A2E07-071D-4BA1-B976-D61874162190}" type="presParOf" srcId="{722BB2AD-CF44-4E3A-A8C6-D8BA4AB964AE}" destId="{C70DB04C-B1F9-4669-8FC6-68BB6FFA5C19}" srcOrd="1" destOrd="0" presId="urn:microsoft.com/office/officeart/2018/2/layout/IconVerticalSolidList"/>
    <dgm:cxn modelId="{C8D27E33-3536-456A-9522-475DCA64C04C}" type="presParOf" srcId="{722BB2AD-CF44-4E3A-A8C6-D8BA4AB964AE}" destId="{FD0C34FE-86FD-4EF3-B4FA-402BCA61395A}" srcOrd="2" destOrd="0" presId="urn:microsoft.com/office/officeart/2018/2/layout/IconVerticalSolidList"/>
    <dgm:cxn modelId="{6CE4943E-4C12-428F-A205-4E0E5EF8C2C1}" type="presParOf" srcId="{722BB2AD-CF44-4E3A-A8C6-D8BA4AB964AE}" destId="{F0124692-F8E2-43CE-80DF-367C06E0C081}" srcOrd="3" destOrd="0" presId="urn:microsoft.com/office/officeart/2018/2/layout/IconVerticalSolidList"/>
    <dgm:cxn modelId="{67900ACF-6FCD-44CA-8DCB-C0D5F150B0E4}" type="presParOf" srcId="{506B9E8F-A428-4A28-835D-7A9EFCCD3AFF}" destId="{7DE28B85-8E81-477F-BEF9-A28EEDE86974}" srcOrd="3" destOrd="0" presId="urn:microsoft.com/office/officeart/2018/2/layout/IconVerticalSolidList"/>
    <dgm:cxn modelId="{67E1EC66-1628-4B20-9329-89C68FE28CF2}" type="presParOf" srcId="{506B9E8F-A428-4A28-835D-7A9EFCCD3AFF}" destId="{F6523080-E9DB-4D03-A01D-E752BD13824F}" srcOrd="4" destOrd="0" presId="urn:microsoft.com/office/officeart/2018/2/layout/IconVerticalSolidList"/>
    <dgm:cxn modelId="{A9F97E22-2439-4B68-B892-21A01FE3DCEC}" type="presParOf" srcId="{F6523080-E9DB-4D03-A01D-E752BD13824F}" destId="{F53592A4-F277-4399-B57C-6A8FB8C3E006}" srcOrd="0" destOrd="0" presId="urn:microsoft.com/office/officeart/2018/2/layout/IconVerticalSolidList"/>
    <dgm:cxn modelId="{51D9F075-AF29-40D3-9DAB-458FC92C232F}" type="presParOf" srcId="{F6523080-E9DB-4D03-A01D-E752BD13824F}" destId="{2EA2CA74-ED6E-47C3-8874-F9CE6357D235}" srcOrd="1" destOrd="0" presId="urn:microsoft.com/office/officeart/2018/2/layout/IconVerticalSolidList"/>
    <dgm:cxn modelId="{CB836EF1-BAAB-4D4B-82A7-9117EE771FB8}" type="presParOf" srcId="{F6523080-E9DB-4D03-A01D-E752BD13824F}" destId="{9238773E-651D-450C-98FD-AC92F36B8836}" srcOrd="2" destOrd="0" presId="urn:microsoft.com/office/officeart/2018/2/layout/IconVerticalSolidList"/>
    <dgm:cxn modelId="{AA858D3D-8A88-4484-BCE4-DB12CB54F9B7}" type="presParOf" srcId="{F6523080-E9DB-4D03-A01D-E752BD13824F}" destId="{6A215A2C-E670-43DD-A591-33D9EE25B8A3}" srcOrd="3" destOrd="0" presId="urn:microsoft.com/office/officeart/2018/2/layout/IconVerticalSolidList"/>
    <dgm:cxn modelId="{EBD901A1-F19E-4241-9FFF-0501F6A8537F}" type="presParOf" srcId="{506B9E8F-A428-4A28-835D-7A9EFCCD3AFF}" destId="{A5DB2EBC-649E-44C2-8AC7-A26DE9BC6B3C}" srcOrd="5" destOrd="0" presId="urn:microsoft.com/office/officeart/2018/2/layout/IconVerticalSolidList"/>
    <dgm:cxn modelId="{85A1EA5B-FAB5-4F64-8CE2-561E73B49DF0}" type="presParOf" srcId="{506B9E8F-A428-4A28-835D-7A9EFCCD3AFF}" destId="{8CF86AD8-AADA-45E4-B64C-FABD87AE6E3D}" srcOrd="6" destOrd="0" presId="urn:microsoft.com/office/officeart/2018/2/layout/IconVerticalSolidList"/>
    <dgm:cxn modelId="{6E0EE7AB-ACDB-4FF6-825D-C67DC34D4E23}" type="presParOf" srcId="{8CF86AD8-AADA-45E4-B64C-FABD87AE6E3D}" destId="{E7F270CE-61A7-48A3-91C1-DF4F28D0C94B}" srcOrd="0" destOrd="0" presId="urn:microsoft.com/office/officeart/2018/2/layout/IconVerticalSolidList"/>
    <dgm:cxn modelId="{085F319D-920D-4FB0-8C5C-E9AF51859E54}" type="presParOf" srcId="{8CF86AD8-AADA-45E4-B64C-FABD87AE6E3D}" destId="{8C7D974F-4FA3-4F5C-97DD-3FF4AD712816}" srcOrd="1" destOrd="0" presId="urn:microsoft.com/office/officeart/2018/2/layout/IconVerticalSolidList"/>
    <dgm:cxn modelId="{1949EB17-1F31-4226-B82F-9EDA30C89F95}" type="presParOf" srcId="{8CF86AD8-AADA-45E4-B64C-FABD87AE6E3D}" destId="{510538C6-EFDE-44D5-A58C-9ADBE3FA1A16}" srcOrd="2" destOrd="0" presId="urn:microsoft.com/office/officeart/2018/2/layout/IconVerticalSolidList"/>
    <dgm:cxn modelId="{FE918678-D551-4B65-8C1D-7C357357EE0D}" type="presParOf" srcId="{8CF86AD8-AADA-45E4-B64C-FABD87AE6E3D}" destId="{EA015C05-AD3B-4368-AF3F-796082F8A78F}" srcOrd="3" destOrd="0" presId="urn:microsoft.com/office/officeart/2018/2/layout/IconVerticalSolidList"/>
    <dgm:cxn modelId="{9E685D89-F52B-4E9A-B29F-C5F5C29298F1}" type="presParOf" srcId="{506B9E8F-A428-4A28-835D-7A9EFCCD3AFF}" destId="{D21DCB17-C2CE-49A9-8EE2-A5AA26DD1AB4}" srcOrd="7" destOrd="0" presId="urn:microsoft.com/office/officeart/2018/2/layout/IconVerticalSolidList"/>
    <dgm:cxn modelId="{F9960B14-A5A6-4AB9-8A95-B0941D94912B}" type="presParOf" srcId="{506B9E8F-A428-4A28-835D-7A9EFCCD3AFF}" destId="{147EB693-6371-4524-BE60-BB03BC90A31C}" srcOrd="8" destOrd="0" presId="urn:microsoft.com/office/officeart/2018/2/layout/IconVerticalSolidList"/>
    <dgm:cxn modelId="{F66591FF-9849-490A-BBF2-49D6E64D76C4}" type="presParOf" srcId="{147EB693-6371-4524-BE60-BB03BC90A31C}" destId="{7946627C-288D-4808-834A-ADB406EBDB65}" srcOrd="0" destOrd="0" presId="urn:microsoft.com/office/officeart/2018/2/layout/IconVerticalSolidList"/>
    <dgm:cxn modelId="{EEFC3A4F-766F-493A-8D6C-CEC00025620F}" type="presParOf" srcId="{147EB693-6371-4524-BE60-BB03BC90A31C}" destId="{0EC254E0-4056-4732-AE6B-38917669E036}" srcOrd="1" destOrd="0" presId="urn:microsoft.com/office/officeart/2018/2/layout/IconVerticalSolidList"/>
    <dgm:cxn modelId="{803F8E50-827F-497F-B930-120A99129525}" type="presParOf" srcId="{147EB693-6371-4524-BE60-BB03BC90A31C}" destId="{EB440636-C5A1-446C-9C0A-D0353B678B18}" srcOrd="2" destOrd="0" presId="urn:microsoft.com/office/officeart/2018/2/layout/IconVerticalSolidList"/>
    <dgm:cxn modelId="{207CF8E4-EB6C-40FF-B053-556358AD4329}" type="presParOf" srcId="{147EB693-6371-4524-BE60-BB03BC90A31C}" destId="{D75D1A9E-9766-4235-B970-EEA05870B3C0}" srcOrd="3" destOrd="0" presId="urn:microsoft.com/office/officeart/2018/2/layout/IconVerticalSolidList"/>
    <dgm:cxn modelId="{22BDAA73-3F9C-493E-9B48-2D70EC8DEBF7}" type="presParOf" srcId="{506B9E8F-A428-4A28-835D-7A9EFCCD3AFF}" destId="{F5BED395-DF8B-4FAD-88E2-0CB0F811E1DF}" srcOrd="9" destOrd="0" presId="urn:microsoft.com/office/officeart/2018/2/layout/IconVerticalSolidList"/>
    <dgm:cxn modelId="{029BCFC7-A379-4BE1-AF00-C4C560A6CC0A}" type="presParOf" srcId="{506B9E8F-A428-4A28-835D-7A9EFCCD3AFF}" destId="{1DE91D8D-1EF8-4ADB-B8C2-A3727BE62AB1}" srcOrd="10" destOrd="0" presId="urn:microsoft.com/office/officeart/2018/2/layout/IconVerticalSolidList"/>
    <dgm:cxn modelId="{F5C9AA39-A149-4216-956D-836892D0275A}" type="presParOf" srcId="{1DE91D8D-1EF8-4ADB-B8C2-A3727BE62AB1}" destId="{15E0B866-78C6-4F09-B6B2-B032941841E4}" srcOrd="0" destOrd="0" presId="urn:microsoft.com/office/officeart/2018/2/layout/IconVerticalSolidList"/>
    <dgm:cxn modelId="{FA5645AE-F4C9-49AB-B781-B2C5E914FB9E}" type="presParOf" srcId="{1DE91D8D-1EF8-4ADB-B8C2-A3727BE62AB1}" destId="{C810DEC6-39A9-4736-8E9F-9C5B45325886}" srcOrd="1" destOrd="0" presId="urn:microsoft.com/office/officeart/2018/2/layout/IconVerticalSolidList"/>
    <dgm:cxn modelId="{BC11CB19-01FB-4B5C-84C9-9566DB44F904}" type="presParOf" srcId="{1DE91D8D-1EF8-4ADB-B8C2-A3727BE62AB1}" destId="{09EDE067-0B96-4114-90C8-AAA6C4F5CC08}" srcOrd="2" destOrd="0" presId="urn:microsoft.com/office/officeart/2018/2/layout/IconVerticalSolidList"/>
    <dgm:cxn modelId="{788A4FBC-0267-4C6A-8BD9-C370161C0918}" type="presParOf" srcId="{1DE91D8D-1EF8-4ADB-B8C2-A3727BE62AB1}" destId="{44B340C5-8CF3-4ACF-A02E-4BD3208AF014}" srcOrd="3" destOrd="0" presId="urn:microsoft.com/office/officeart/2018/2/layout/IconVerticalSolidList"/>
    <dgm:cxn modelId="{A03F3496-4CBA-4E23-A477-BF05EC83E276}" type="presParOf" srcId="{506B9E8F-A428-4A28-835D-7A9EFCCD3AFF}" destId="{6C5C1F4F-72DF-45FD-8CFF-C66E02ED95F0}" srcOrd="11" destOrd="0" presId="urn:microsoft.com/office/officeart/2018/2/layout/IconVerticalSolidList"/>
    <dgm:cxn modelId="{5426C819-CF2E-46D2-8E83-BE29A6CE7055}" type="presParOf" srcId="{506B9E8F-A428-4A28-835D-7A9EFCCD3AFF}" destId="{D292F9DA-C39C-4D82-AF9A-CFCD1E216B3B}" srcOrd="12" destOrd="0" presId="urn:microsoft.com/office/officeart/2018/2/layout/IconVerticalSolidList"/>
    <dgm:cxn modelId="{C5CC6A29-5A26-475E-ADCA-9E9622D5E490}" type="presParOf" srcId="{D292F9DA-C39C-4D82-AF9A-CFCD1E216B3B}" destId="{6B3473AD-4F59-46AB-B568-95EBEE99791E}" srcOrd="0" destOrd="0" presId="urn:microsoft.com/office/officeart/2018/2/layout/IconVerticalSolidList"/>
    <dgm:cxn modelId="{40FDAF86-9264-4D66-B5E7-6E7E27E05890}" type="presParOf" srcId="{D292F9DA-C39C-4D82-AF9A-CFCD1E216B3B}" destId="{FC1EDF4E-E371-4E3D-B627-F2FA06B2478C}" srcOrd="1" destOrd="0" presId="urn:microsoft.com/office/officeart/2018/2/layout/IconVerticalSolidList"/>
    <dgm:cxn modelId="{CCCD5DB3-602D-4C78-89E7-53B0652940E9}" type="presParOf" srcId="{D292F9DA-C39C-4D82-AF9A-CFCD1E216B3B}" destId="{BB954907-CC4F-43FA-A403-58A7A6BABEF4}" srcOrd="2" destOrd="0" presId="urn:microsoft.com/office/officeart/2018/2/layout/IconVerticalSolidList"/>
    <dgm:cxn modelId="{AFE5757F-C13C-4C03-972E-990D424BD093}" type="presParOf" srcId="{D292F9DA-C39C-4D82-AF9A-CFCD1E216B3B}" destId="{CC5184E2-6D57-46D5-AFC5-BD2D5003A55B}" srcOrd="3" destOrd="0" presId="urn:microsoft.com/office/officeart/2018/2/layout/IconVerticalSolidList"/>
    <dgm:cxn modelId="{009AE9D3-3EE7-403E-A403-E473755A0125}" type="presParOf" srcId="{506B9E8F-A428-4A28-835D-7A9EFCCD3AFF}" destId="{F0C7E60B-8256-432A-8546-AC10DE1F3BA1}" srcOrd="13" destOrd="0" presId="urn:microsoft.com/office/officeart/2018/2/layout/IconVerticalSolidList"/>
    <dgm:cxn modelId="{460AAA9D-7685-4A8A-B812-43358E98F557}" type="presParOf" srcId="{506B9E8F-A428-4A28-835D-7A9EFCCD3AFF}" destId="{12D329AE-E104-459F-BB65-2593D41CD177}" srcOrd="14" destOrd="0" presId="urn:microsoft.com/office/officeart/2018/2/layout/IconVerticalSolidList"/>
    <dgm:cxn modelId="{2CB9907F-37A0-4863-868D-84D0C57FA0A0}" type="presParOf" srcId="{12D329AE-E104-459F-BB65-2593D41CD177}" destId="{AD5836F1-C164-4622-8CF6-DEEA58242189}" srcOrd="0" destOrd="0" presId="urn:microsoft.com/office/officeart/2018/2/layout/IconVerticalSolidList"/>
    <dgm:cxn modelId="{3A4263B7-F030-4F78-A29F-AE3C1213FBAA}" type="presParOf" srcId="{12D329AE-E104-459F-BB65-2593D41CD177}" destId="{2F33CC16-A4FF-4AD1-8B25-246D71E0FDC4}" srcOrd="1" destOrd="0" presId="urn:microsoft.com/office/officeart/2018/2/layout/IconVerticalSolidList"/>
    <dgm:cxn modelId="{D1CA859F-D30B-4187-90D5-AAAF2D8E5D08}" type="presParOf" srcId="{12D329AE-E104-459F-BB65-2593D41CD177}" destId="{4DB3649D-7BFA-4A71-AD25-141FCB185A7C}" srcOrd="2" destOrd="0" presId="urn:microsoft.com/office/officeart/2018/2/layout/IconVerticalSolidList"/>
    <dgm:cxn modelId="{A3F6C980-9B06-4593-9F9A-D6DF772AD150}" type="presParOf" srcId="{12D329AE-E104-459F-BB65-2593D41CD177}" destId="{0D46F002-672F-43AA-94C2-A344C80343EC}" srcOrd="3" destOrd="0" presId="urn:microsoft.com/office/officeart/2018/2/layout/IconVerticalSolidList"/>
    <dgm:cxn modelId="{719AA7BB-AFDB-422B-BD5D-428C7F55FC08}" type="presParOf" srcId="{506B9E8F-A428-4A28-835D-7A9EFCCD3AFF}" destId="{81FA97AC-9523-4873-B455-99892496C60C}" srcOrd="15" destOrd="0" presId="urn:microsoft.com/office/officeart/2018/2/layout/IconVerticalSolidList"/>
    <dgm:cxn modelId="{BA153E4F-A869-4182-9632-79EF97E809FC}" type="presParOf" srcId="{506B9E8F-A428-4A28-835D-7A9EFCCD3AFF}" destId="{955B0CCA-3E7E-448B-B14A-84848144AE3D}" srcOrd="16" destOrd="0" presId="urn:microsoft.com/office/officeart/2018/2/layout/IconVerticalSolidList"/>
    <dgm:cxn modelId="{8A9F9C2F-B111-4508-8360-10807A077164}" type="presParOf" srcId="{955B0CCA-3E7E-448B-B14A-84848144AE3D}" destId="{EB3D3344-9F5F-41C5-B9A9-0514E478D769}" srcOrd="0" destOrd="0" presId="urn:microsoft.com/office/officeart/2018/2/layout/IconVerticalSolidList"/>
    <dgm:cxn modelId="{6B23AB3A-82ED-4E63-824E-AB16B1CBF82C}" type="presParOf" srcId="{955B0CCA-3E7E-448B-B14A-84848144AE3D}" destId="{9F4194DC-ACCC-43CF-B706-67E63B210FEF}" srcOrd="1" destOrd="0" presId="urn:microsoft.com/office/officeart/2018/2/layout/IconVerticalSolidList"/>
    <dgm:cxn modelId="{E1C68CAD-A580-412D-8820-8FE27469D612}" type="presParOf" srcId="{955B0CCA-3E7E-448B-B14A-84848144AE3D}" destId="{1E829C99-539D-4171-8CBB-0186DE3A0A48}" srcOrd="2" destOrd="0" presId="urn:microsoft.com/office/officeart/2018/2/layout/IconVerticalSolidList"/>
    <dgm:cxn modelId="{8E72B6E2-2CB1-4291-A8AD-064FDB3E9F09}" type="presParOf" srcId="{955B0CCA-3E7E-448B-B14A-84848144AE3D}" destId="{7012B1DD-D55D-41DD-8A8F-3912F0DD8BA0}" srcOrd="3" destOrd="0" presId="urn:microsoft.com/office/officeart/2018/2/layout/IconVerticalSolidList"/>
    <dgm:cxn modelId="{C8BE7854-9B54-4B20-A280-CE237A334EA6}" type="presParOf" srcId="{506B9E8F-A428-4A28-835D-7A9EFCCD3AFF}" destId="{E0A1863A-398F-4A3F-A615-BF9BFDADEB24}" srcOrd="17" destOrd="0" presId="urn:microsoft.com/office/officeart/2018/2/layout/IconVerticalSolidList"/>
    <dgm:cxn modelId="{61250351-2955-4DCB-9815-28DCFF6E6620}" type="presParOf" srcId="{506B9E8F-A428-4A28-835D-7A9EFCCD3AFF}" destId="{DC364F84-45F8-4F55-80EB-2327945745BC}" srcOrd="18" destOrd="0" presId="urn:microsoft.com/office/officeart/2018/2/layout/IconVerticalSolidList"/>
    <dgm:cxn modelId="{A1A4F25A-9592-47CA-92C1-AA2AAA862471}" type="presParOf" srcId="{DC364F84-45F8-4F55-80EB-2327945745BC}" destId="{E37B308D-A9CE-4BFC-9F67-7D8C39AE7837}" srcOrd="0" destOrd="0" presId="urn:microsoft.com/office/officeart/2018/2/layout/IconVerticalSolidList"/>
    <dgm:cxn modelId="{D1D3726F-AB81-4CFD-8E51-49624DA74842}" type="presParOf" srcId="{DC364F84-45F8-4F55-80EB-2327945745BC}" destId="{A947D2D9-310E-4508-922A-1239C8483117}" srcOrd="1" destOrd="0" presId="urn:microsoft.com/office/officeart/2018/2/layout/IconVerticalSolidList"/>
    <dgm:cxn modelId="{CE538BAB-1365-4453-A5A9-023055917FBA}" type="presParOf" srcId="{DC364F84-45F8-4F55-80EB-2327945745BC}" destId="{8D665102-FD75-46ED-9529-A4449538B809}" srcOrd="2" destOrd="0" presId="urn:microsoft.com/office/officeart/2018/2/layout/IconVerticalSolidList"/>
    <dgm:cxn modelId="{08F375B6-F01C-45A4-95CD-A7DD33FDB70B}" type="presParOf" srcId="{DC364F84-45F8-4F55-80EB-2327945745BC}" destId="{324CE82F-81C7-463E-8434-1F07CCB0917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E0669B-9D3F-4978-86C2-9CEC1723D2A8}">
      <dsp:nvSpPr>
        <dsp:cNvPr id="0" name=""/>
        <dsp:cNvSpPr/>
      </dsp:nvSpPr>
      <dsp:spPr>
        <a:xfrm>
          <a:off x="3080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A79D213-A477-42CD-913F-63635B3F3087}">
      <dsp:nvSpPr>
        <dsp:cNvPr id="0" name=""/>
        <dsp:cNvSpPr/>
      </dsp:nvSpPr>
      <dsp:spPr>
        <a:xfrm>
          <a:off x="247486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u="none" kern="1200" dirty="0">
              <a:latin typeface="Aptos"/>
              <a:ea typeface="+mn-ea"/>
              <a:cs typeface="+mn-cs"/>
            </a:rPr>
            <a:t>What is ESRM</a:t>
          </a:r>
          <a:r>
            <a:rPr lang="en-US" sz="1400" b="0" kern="1200" dirty="0">
              <a:latin typeface="Aptos"/>
              <a:ea typeface="+mn-ea"/>
              <a:cs typeface="+mn-cs"/>
            </a:rPr>
            <a:t> ?</a:t>
          </a:r>
          <a:r>
            <a:rPr lang="en-US" sz="3600" b="1" kern="1200" dirty="0">
              <a:latin typeface="Aptos"/>
              <a:ea typeface="+mn-ea"/>
              <a:cs typeface="+mn-cs"/>
            </a:rPr>
            <a:t> </a:t>
          </a:r>
          <a:endParaRPr lang="en-US" sz="3600" kern="1200" dirty="0">
            <a:latin typeface="Aptos"/>
            <a:ea typeface="+mn-ea"/>
            <a:cs typeface="+mn-cs"/>
          </a:endParaRPr>
        </a:p>
      </dsp:txBody>
      <dsp:txXfrm>
        <a:off x="288396" y="1634282"/>
        <a:ext cx="2117829" cy="1314957"/>
      </dsp:txXfrm>
    </dsp:sp>
    <dsp:sp modelId="{538AAB3D-6EBA-4C42-915E-C51B035CDC70}">
      <dsp:nvSpPr>
        <dsp:cNvPr id="0" name=""/>
        <dsp:cNvSpPr/>
      </dsp:nvSpPr>
      <dsp:spPr>
        <a:xfrm>
          <a:off x="2691541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CD9900-F187-4B44-BC01-7BB55A621BDA}">
      <dsp:nvSpPr>
        <dsp:cNvPr id="0" name=""/>
        <dsp:cNvSpPr/>
      </dsp:nvSpPr>
      <dsp:spPr>
        <a:xfrm>
          <a:off x="2935947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ptos" panose="020B0004020202020204"/>
              <a:ea typeface="+mn-ea"/>
              <a:cs typeface="+mn-cs"/>
            </a:rPr>
            <a:t>Aligns system security with business objectives.</a:t>
          </a:r>
        </a:p>
      </dsp:txBody>
      <dsp:txXfrm>
        <a:off x="2976857" y="1634282"/>
        <a:ext cx="2117829" cy="1314957"/>
      </dsp:txXfrm>
    </dsp:sp>
    <dsp:sp modelId="{D1564863-08F1-41FC-9EE4-F8381A8A0E85}">
      <dsp:nvSpPr>
        <dsp:cNvPr id="0" name=""/>
        <dsp:cNvSpPr/>
      </dsp:nvSpPr>
      <dsp:spPr>
        <a:xfrm>
          <a:off x="5380002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96066FD-3183-43D8-BEA4-D65BA29D3682}">
      <dsp:nvSpPr>
        <dsp:cNvPr id="0" name=""/>
        <dsp:cNvSpPr/>
      </dsp:nvSpPr>
      <dsp:spPr>
        <a:xfrm>
          <a:off x="5624408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ptos" panose="020B0004020202020204"/>
              <a:ea typeface="+mn-ea"/>
              <a:cs typeface="+mn-cs"/>
            </a:rPr>
            <a:t>Requires cyber professionals and stakeholders to work together.</a:t>
          </a:r>
        </a:p>
      </dsp:txBody>
      <dsp:txXfrm>
        <a:off x="5665318" y="1634282"/>
        <a:ext cx="2117829" cy="1314957"/>
      </dsp:txXfrm>
    </dsp:sp>
    <dsp:sp modelId="{566362ED-E4ED-4D48-9061-41AA8FA4EA2E}">
      <dsp:nvSpPr>
        <dsp:cNvPr id="0" name=""/>
        <dsp:cNvSpPr/>
      </dsp:nvSpPr>
      <dsp:spPr>
        <a:xfrm>
          <a:off x="8068463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C28C311-9C87-4ADF-9F32-E1ECE721C267}">
      <dsp:nvSpPr>
        <dsp:cNvPr id="0" name=""/>
        <dsp:cNvSpPr/>
      </dsp:nvSpPr>
      <dsp:spPr>
        <a:xfrm>
          <a:off x="8312869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ptos" panose="020B0004020202020204"/>
              <a:ea typeface="+mn-ea"/>
              <a:cs typeface="+mn-cs"/>
            </a:rPr>
            <a:t>Latitude Finance</a:t>
          </a:r>
        </a:p>
      </dsp:txBody>
      <dsp:txXfrm>
        <a:off x="8353779" y="1634282"/>
        <a:ext cx="2117829" cy="13149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9592EC-FE99-45E6-9326-3C30A2E40582}">
      <dsp:nvSpPr>
        <dsp:cNvPr id="0" name=""/>
        <dsp:cNvSpPr/>
      </dsp:nvSpPr>
      <dsp:spPr>
        <a:xfrm>
          <a:off x="10288" y="312192"/>
          <a:ext cx="653781" cy="65378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1EE9B7-10EA-4102-A300-3F35F85B0A8E}">
      <dsp:nvSpPr>
        <dsp:cNvPr id="0" name=""/>
        <dsp:cNvSpPr/>
      </dsp:nvSpPr>
      <dsp:spPr>
        <a:xfrm>
          <a:off x="147583" y="449486"/>
          <a:ext cx="379193" cy="3791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0C3C30-3F12-45FD-895B-0F3BB2336AC3}">
      <dsp:nvSpPr>
        <dsp:cNvPr id="0" name=""/>
        <dsp:cNvSpPr/>
      </dsp:nvSpPr>
      <dsp:spPr>
        <a:xfrm>
          <a:off x="804166" y="312192"/>
          <a:ext cx="1541057" cy="653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venir Next LT Pro"/>
            </a:rPr>
            <a:t>Risk based approach</a:t>
          </a:r>
        </a:p>
      </dsp:txBody>
      <dsp:txXfrm>
        <a:off x="804166" y="312192"/>
        <a:ext cx="1541057" cy="653781"/>
      </dsp:txXfrm>
    </dsp:sp>
    <dsp:sp modelId="{528BDE63-9083-4E3E-AB18-44838EC6E4F1}">
      <dsp:nvSpPr>
        <dsp:cNvPr id="0" name=""/>
        <dsp:cNvSpPr/>
      </dsp:nvSpPr>
      <dsp:spPr>
        <a:xfrm>
          <a:off x="2613741" y="312192"/>
          <a:ext cx="653781" cy="65378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FADE7B-1B23-4FC2-B0FD-315218FB7093}">
      <dsp:nvSpPr>
        <dsp:cNvPr id="0" name=""/>
        <dsp:cNvSpPr/>
      </dsp:nvSpPr>
      <dsp:spPr>
        <a:xfrm>
          <a:off x="2751035" y="449486"/>
          <a:ext cx="379193" cy="3791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152643-8E7D-4D46-898D-7CBC10B010F5}">
      <dsp:nvSpPr>
        <dsp:cNvPr id="0" name=""/>
        <dsp:cNvSpPr/>
      </dsp:nvSpPr>
      <dsp:spPr>
        <a:xfrm>
          <a:off x="3407619" y="312192"/>
          <a:ext cx="1541057" cy="653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venir Next LT Pro"/>
            </a:rPr>
            <a:t>Stakeholder engagement </a:t>
          </a:r>
        </a:p>
      </dsp:txBody>
      <dsp:txXfrm>
        <a:off x="3407619" y="312192"/>
        <a:ext cx="1541057" cy="653781"/>
      </dsp:txXfrm>
    </dsp:sp>
    <dsp:sp modelId="{770386B9-04F0-4CEE-A077-E74264948214}">
      <dsp:nvSpPr>
        <dsp:cNvPr id="0" name=""/>
        <dsp:cNvSpPr/>
      </dsp:nvSpPr>
      <dsp:spPr>
        <a:xfrm>
          <a:off x="10288" y="1631995"/>
          <a:ext cx="653781" cy="65378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E35ADF-03D3-48ED-81FC-E197E5BE5346}">
      <dsp:nvSpPr>
        <dsp:cNvPr id="0" name=""/>
        <dsp:cNvSpPr/>
      </dsp:nvSpPr>
      <dsp:spPr>
        <a:xfrm>
          <a:off x="147583" y="1769289"/>
          <a:ext cx="379193" cy="3791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BF281E-05CD-4E1D-A4E7-20107D056AFB}">
      <dsp:nvSpPr>
        <dsp:cNvPr id="0" name=""/>
        <dsp:cNvSpPr/>
      </dsp:nvSpPr>
      <dsp:spPr>
        <a:xfrm>
          <a:off x="804166" y="1631995"/>
          <a:ext cx="1541057" cy="653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venir Next LT Pro"/>
            </a:rPr>
            <a:t>Continuous improvement &amp; transparency</a:t>
          </a:r>
        </a:p>
      </dsp:txBody>
      <dsp:txXfrm>
        <a:off x="804166" y="1631995"/>
        <a:ext cx="1541057" cy="653781"/>
      </dsp:txXfrm>
    </dsp:sp>
    <dsp:sp modelId="{905F5224-7EA0-4E88-A398-822928FFEBE8}">
      <dsp:nvSpPr>
        <dsp:cNvPr id="0" name=""/>
        <dsp:cNvSpPr/>
      </dsp:nvSpPr>
      <dsp:spPr>
        <a:xfrm>
          <a:off x="2613741" y="1631995"/>
          <a:ext cx="653781" cy="65378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B519F5-4B58-4C99-9018-1B175E17F3F2}">
      <dsp:nvSpPr>
        <dsp:cNvPr id="0" name=""/>
        <dsp:cNvSpPr/>
      </dsp:nvSpPr>
      <dsp:spPr>
        <a:xfrm>
          <a:off x="2751035" y="1769289"/>
          <a:ext cx="379193" cy="3791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4A9052-9EEF-435A-A12C-8CE6EAA73C03}">
      <dsp:nvSpPr>
        <dsp:cNvPr id="0" name=""/>
        <dsp:cNvSpPr/>
      </dsp:nvSpPr>
      <dsp:spPr>
        <a:xfrm>
          <a:off x="3407619" y="1631995"/>
          <a:ext cx="1541057" cy="653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venir Next LT Pro"/>
            </a:rPr>
            <a:t>Data driven decision making</a:t>
          </a:r>
        </a:p>
      </dsp:txBody>
      <dsp:txXfrm>
        <a:off x="3407619" y="1631995"/>
        <a:ext cx="1541057" cy="653781"/>
      </dsp:txXfrm>
    </dsp:sp>
    <dsp:sp modelId="{42633ED5-ADC3-465E-A41C-66CAEEB14417}">
      <dsp:nvSpPr>
        <dsp:cNvPr id="0" name=""/>
        <dsp:cNvSpPr/>
      </dsp:nvSpPr>
      <dsp:spPr>
        <a:xfrm>
          <a:off x="10288" y="2951798"/>
          <a:ext cx="653781" cy="65378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54D189-2A56-4EE6-9E0B-E02D2A069E38}">
      <dsp:nvSpPr>
        <dsp:cNvPr id="0" name=""/>
        <dsp:cNvSpPr/>
      </dsp:nvSpPr>
      <dsp:spPr>
        <a:xfrm>
          <a:off x="147583" y="3089093"/>
          <a:ext cx="379193" cy="37919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09EA35-51EE-446F-B15D-A3266E12D29E}">
      <dsp:nvSpPr>
        <dsp:cNvPr id="0" name=""/>
        <dsp:cNvSpPr/>
      </dsp:nvSpPr>
      <dsp:spPr>
        <a:xfrm>
          <a:off x="804166" y="2951798"/>
          <a:ext cx="1541057" cy="653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venir Next LT Pro"/>
            </a:rPr>
            <a:t>Governance</a:t>
          </a:r>
        </a:p>
      </dsp:txBody>
      <dsp:txXfrm>
        <a:off x="804166" y="2951798"/>
        <a:ext cx="1541057" cy="6537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D3D735-41F8-4327-8E63-32AFB3BDD672}">
      <dsp:nvSpPr>
        <dsp:cNvPr id="0" name=""/>
        <dsp:cNvSpPr/>
      </dsp:nvSpPr>
      <dsp:spPr>
        <a:xfrm>
          <a:off x="718664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CE142B-0EE8-4BBE-97B7-175DDB5621EA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0AAC3-0BA2-46A8-8CF3-7463ED5F28F3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Weak data retention policy and governance</a:t>
          </a:r>
        </a:p>
      </dsp:txBody>
      <dsp:txXfrm>
        <a:off x="93445" y="3018902"/>
        <a:ext cx="3206250" cy="720000"/>
      </dsp:txXfrm>
    </dsp:sp>
    <dsp:sp modelId="{8194CC74-CDF7-480F-AC86-95F827BF3581}">
      <dsp:nvSpPr>
        <dsp:cNvPr id="0" name=""/>
        <dsp:cNvSpPr/>
      </dsp:nvSpPr>
      <dsp:spPr>
        <a:xfrm>
          <a:off x="4486008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071DBE-F47D-428F-9C0F-6D0FF8951E2B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DBABA8-CE76-4D8A-A072-7B8A778568E4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Inadequate monitoring</a:t>
          </a:r>
        </a:p>
      </dsp:txBody>
      <dsp:txXfrm>
        <a:off x="3860789" y="3018902"/>
        <a:ext cx="3206250" cy="720000"/>
      </dsp:txXfrm>
    </dsp:sp>
    <dsp:sp modelId="{F46E1E52-8F93-4F59-BE8B-35EA2923BC40}">
      <dsp:nvSpPr>
        <dsp:cNvPr id="0" name=""/>
        <dsp:cNvSpPr/>
      </dsp:nvSpPr>
      <dsp:spPr>
        <a:xfrm>
          <a:off x="8253352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DD15ED-DD63-4B8C-8B00-95E914733B34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0E55F5-D129-4A10-8D80-BF2A6C610A1D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Slow response</a:t>
          </a:r>
        </a:p>
      </dsp:txBody>
      <dsp:txXfrm>
        <a:off x="7628133" y="3018902"/>
        <a:ext cx="3206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25D1E8-E02D-4CF0-9D69-AA8DF73523F2}">
      <dsp:nvSpPr>
        <dsp:cNvPr id="0" name=""/>
        <dsp:cNvSpPr/>
      </dsp:nvSpPr>
      <dsp:spPr>
        <a:xfrm>
          <a:off x="0" y="4830"/>
          <a:ext cx="3025303" cy="42735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503324-D16D-4CFC-BF64-42B818021B3D}">
      <dsp:nvSpPr>
        <dsp:cNvPr id="0" name=""/>
        <dsp:cNvSpPr/>
      </dsp:nvSpPr>
      <dsp:spPr>
        <a:xfrm>
          <a:off x="129274" y="100984"/>
          <a:ext cx="235273" cy="2350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6E261D-7DEC-4A6F-AF0F-7429C5D03E4D}">
      <dsp:nvSpPr>
        <dsp:cNvPr id="0" name=""/>
        <dsp:cNvSpPr/>
      </dsp:nvSpPr>
      <dsp:spPr>
        <a:xfrm>
          <a:off x="493822" y="4830"/>
          <a:ext cx="1822807" cy="4544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99" tIns="48099" rIns="48099" bIns="4809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Data retention policy </a:t>
          </a:r>
        </a:p>
      </dsp:txBody>
      <dsp:txXfrm>
        <a:off x="493822" y="4830"/>
        <a:ext cx="1822807" cy="454479"/>
      </dsp:txXfrm>
    </dsp:sp>
    <dsp:sp modelId="{F6AECCCF-3E5A-4579-BDA5-6439D0C6F1CF}">
      <dsp:nvSpPr>
        <dsp:cNvPr id="0" name=""/>
        <dsp:cNvSpPr/>
      </dsp:nvSpPr>
      <dsp:spPr>
        <a:xfrm>
          <a:off x="0" y="569486"/>
          <a:ext cx="3025303" cy="42735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0DB04C-B1F9-4669-8FC6-68BB6FFA5C19}">
      <dsp:nvSpPr>
        <dsp:cNvPr id="0" name=""/>
        <dsp:cNvSpPr/>
      </dsp:nvSpPr>
      <dsp:spPr>
        <a:xfrm>
          <a:off x="129274" y="665640"/>
          <a:ext cx="235273" cy="2350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124692-F8E2-43CE-80DF-367C06E0C081}">
      <dsp:nvSpPr>
        <dsp:cNvPr id="0" name=""/>
        <dsp:cNvSpPr/>
      </dsp:nvSpPr>
      <dsp:spPr>
        <a:xfrm>
          <a:off x="493822" y="569486"/>
          <a:ext cx="1822807" cy="4544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99" tIns="48099" rIns="48099" bIns="4809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Continuous monitoring of </a:t>
          </a:r>
          <a:r>
            <a:rPr lang="en-US" sz="1400" kern="1200">
              <a:latin typeface="Aptos Display" panose="020F0302020204030204"/>
            </a:rPr>
            <a:t>threats</a:t>
          </a:r>
          <a:endParaRPr lang="en-US" sz="1400" kern="1200"/>
        </a:p>
      </dsp:txBody>
      <dsp:txXfrm>
        <a:off x="493822" y="569486"/>
        <a:ext cx="1822807" cy="454479"/>
      </dsp:txXfrm>
    </dsp:sp>
    <dsp:sp modelId="{F53592A4-F277-4399-B57C-6A8FB8C3E006}">
      <dsp:nvSpPr>
        <dsp:cNvPr id="0" name=""/>
        <dsp:cNvSpPr/>
      </dsp:nvSpPr>
      <dsp:spPr>
        <a:xfrm>
          <a:off x="0" y="1134142"/>
          <a:ext cx="3025303" cy="42735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A2CA74-ED6E-47C3-8874-F9CE6357D235}">
      <dsp:nvSpPr>
        <dsp:cNvPr id="0" name=""/>
        <dsp:cNvSpPr/>
      </dsp:nvSpPr>
      <dsp:spPr>
        <a:xfrm>
          <a:off x="129274" y="1230297"/>
          <a:ext cx="235273" cy="2350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215A2C-E670-43DD-A591-33D9EE25B8A3}">
      <dsp:nvSpPr>
        <dsp:cNvPr id="0" name=""/>
        <dsp:cNvSpPr/>
      </dsp:nvSpPr>
      <dsp:spPr>
        <a:xfrm>
          <a:off x="493822" y="1134142"/>
          <a:ext cx="1822807" cy="4544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99" tIns="48099" rIns="48099" bIns="4809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0F0302020204030204"/>
            </a:rPr>
            <a:t>Quantitative</a:t>
          </a:r>
          <a:r>
            <a:rPr lang="en-US" sz="1400" kern="1200"/>
            <a:t> data analysis </a:t>
          </a:r>
        </a:p>
      </dsp:txBody>
      <dsp:txXfrm>
        <a:off x="493822" y="1134142"/>
        <a:ext cx="1822807" cy="454479"/>
      </dsp:txXfrm>
    </dsp:sp>
    <dsp:sp modelId="{E7F270CE-61A7-48A3-91C1-DF4F28D0C94B}">
      <dsp:nvSpPr>
        <dsp:cNvPr id="0" name=""/>
        <dsp:cNvSpPr/>
      </dsp:nvSpPr>
      <dsp:spPr>
        <a:xfrm>
          <a:off x="0" y="1698799"/>
          <a:ext cx="3025303" cy="42735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7D974F-4FA3-4F5C-97DD-3FF4AD712816}">
      <dsp:nvSpPr>
        <dsp:cNvPr id="0" name=""/>
        <dsp:cNvSpPr/>
      </dsp:nvSpPr>
      <dsp:spPr>
        <a:xfrm>
          <a:off x="129274" y="1794953"/>
          <a:ext cx="235273" cy="235043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015C05-AD3B-4368-AF3F-796082F8A78F}">
      <dsp:nvSpPr>
        <dsp:cNvPr id="0" name=""/>
        <dsp:cNvSpPr/>
      </dsp:nvSpPr>
      <dsp:spPr>
        <a:xfrm>
          <a:off x="493822" y="1698799"/>
          <a:ext cx="1822807" cy="4544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99" tIns="48099" rIns="48099" bIns="4809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0F0302020204030204"/>
            </a:rPr>
            <a:t>Collaboration</a:t>
          </a:r>
          <a:r>
            <a:rPr lang="en-US" sz="1400" kern="1200"/>
            <a:t> </a:t>
          </a:r>
          <a:endParaRPr lang="en-US" sz="1400" kern="1200">
            <a:latin typeface="Aptos Display" panose="020F0302020204030204"/>
          </a:endParaRPr>
        </a:p>
      </dsp:txBody>
      <dsp:txXfrm>
        <a:off x="493822" y="1698799"/>
        <a:ext cx="1822807" cy="454479"/>
      </dsp:txXfrm>
    </dsp:sp>
    <dsp:sp modelId="{7946627C-288D-4808-834A-ADB406EBDB65}">
      <dsp:nvSpPr>
        <dsp:cNvPr id="0" name=""/>
        <dsp:cNvSpPr/>
      </dsp:nvSpPr>
      <dsp:spPr>
        <a:xfrm>
          <a:off x="0" y="2263455"/>
          <a:ext cx="3025303" cy="42735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C254E0-4056-4732-AE6B-38917669E036}">
      <dsp:nvSpPr>
        <dsp:cNvPr id="0" name=""/>
        <dsp:cNvSpPr/>
      </dsp:nvSpPr>
      <dsp:spPr>
        <a:xfrm>
          <a:off x="129274" y="2359609"/>
          <a:ext cx="235273" cy="235043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5D1A9E-9766-4235-B970-EEA05870B3C0}">
      <dsp:nvSpPr>
        <dsp:cNvPr id="0" name=""/>
        <dsp:cNvSpPr/>
      </dsp:nvSpPr>
      <dsp:spPr>
        <a:xfrm>
          <a:off x="493822" y="2263455"/>
          <a:ext cx="1822807" cy="4544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99" tIns="48099" rIns="48099" bIns="4809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0F0302020204030204"/>
            </a:rPr>
            <a:t>Strong</a:t>
          </a:r>
          <a:r>
            <a:rPr lang="en-US" sz="1400" kern="1200"/>
            <a:t> security culture </a:t>
          </a:r>
        </a:p>
      </dsp:txBody>
      <dsp:txXfrm>
        <a:off x="493822" y="2263455"/>
        <a:ext cx="1822807" cy="454479"/>
      </dsp:txXfrm>
    </dsp:sp>
    <dsp:sp modelId="{15E0B866-78C6-4F09-B6B2-B032941841E4}">
      <dsp:nvSpPr>
        <dsp:cNvPr id="0" name=""/>
        <dsp:cNvSpPr/>
      </dsp:nvSpPr>
      <dsp:spPr>
        <a:xfrm>
          <a:off x="0" y="2828111"/>
          <a:ext cx="3025303" cy="42735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10DEC6-39A9-4736-8E9F-9C5B45325886}">
      <dsp:nvSpPr>
        <dsp:cNvPr id="0" name=""/>
        <dsp:cNvSpPr/>
      </dsp:nvSpPr>
      <dsp:spPr>
        <a:xfrm>
          <a:off x="129274" y="2924266"/>
          <a:ext cx="235273" cy="235043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340C5-8CF3-4ACF-A02E-4BD3208AF014}">
      <dsp:nvSpPr>
        <dsp:cNvPr id="0" name=""/>
        <dsp:cNvSpPr/>
      </dsp:nvSpPr>
      <dsp:spPr>
        <a:xfrm>
          <a:off x="493822" y="2828111"/>
          <a:ext cx="1822807" cy="4544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99" tIns="48099" rIns="48099" bIns="4809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Incident response plan  </a:t>
          </a:r>
        </a:p>
      </dsp:txBody>
      <dsp:txXfrm>
        <a:off x="493822" y="2828111"/>
        <a:ext cx="1822807" cy="454479"/>
      </dsp:txXfrm>
    </dsp:sp>
    <dsp:sp modelId="{6B3473AD-4F59-46AB-B568-95EBEE99791E}">
      <dsp:nvSpPr>
        <dsp:cNvPr id="0" name=""/>
        <dsp:cNvSpPr/>
      </dsp:nvSpPr>
      <dsp:spPr>
        <a:xfrm>
          <a:off x="0" y="3392768"/>
          <a:ext cx="3025303" cy="42735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1EDF4E-E371-4E3D-B627-F2FA06B2478C}">
      <dsp:nvSpPr>
        <dsp:cNvPr id="0" name=""/>
        <dsp:cNvSpPr/>
      </dsp:nvSpPr>
      <dsp:spPr>
        <a:xfrm>
          <a:off x="129274" y="3488922"/>
          <a:ext cx="235273" cy="235043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184E2-6D57-46D5-AFC5-BD2D5003A55B}">
      <dsp:nvSpPr>
        <dsp:cNvPr id="0" name=""/>
        <dsp:cNvSpPr/>
      </dsp:nvSpPr>
      <dsp:spPr>
        <a:xfrm>
          <a:off x="493822" y="3392768"/>
          <a:ext cx="1822807" cy="4544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99" tIns="48099" rIns="48099" bIns="4809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Transparency</a:t>
          </a:r>
          <a:r>
            <a:rPr lang="en-US" sz="1400" kern="1200">
              <a:latin typeface="Aptos Display" panose="020F0302020204030204"/>
            </a:rPr>
            <a:t> </a:t>
          </a:r>
          <a:endParaRPr lang="en-US" sz="1400" kern="1200"/>
        </a:p>
      </dsp:txBody>
      <dsp:txXfrm>
        <a:off x="493822" y="3392768"/>
        <a:ext cx="1822807" cy="454479"/>
      </dsp:txXfrm>
    </dsp:sp>
    <dsp:sp modelId="{AD5836F1-C164-4622-8CF6-DEEA58242189}">
      <dsp:nvSpPr>
        <dsp:cNvPr id="0" name=""/>
        <dsp:cNvSpPr/>
      </dsp:nvSpPr>
      <dsp:spPr>
        <a:xfrm>
          <a:off x="0" y="3957424"/>
          <a:ext cx="3025303" cy="42735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33CC16-A4FF-4AD1-8B25-246D71E0FDC4}">
      <dsp:nvSpPr>
        <dsp:cNvPr id="0" name=""/>
        <dsp:cNvSpPr/>
      </dsp:nvSpPr>
      <dsp:spPr>
        <a:xfrm>
          <a:off x="129274" y="4053579"/>
          <a:ext cx="235273" cy="235043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6F002-672F-43AA-94C2-A344C80343EC}">
      <dsp:nvSpPr>
        <dsp:cNvPr id="0" name=""/>
        <dsp:cNvSpPr/>
      </dsp:nvSpPr>
      <dsp:spPr>
        <a:xfrm>
          <a:off x="493822" y="3957424"/>
          <a:ext cx="1822807" cy="4544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99" tIns="48099" rIns="48099" bIns="4809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 ethics in decision making </a:t>
          </a:r>
        </a:p>
      </dsp:txBody>
      <dsp:txXfrm>
        <a:off x="493822" y="3957424"/>
        <a:ext cx="1822807" cy="454479"/>
      </dsp:txXfrm>
    </dsp:sp>
    <dsp:sp modelId="{EB3D3344-9F5F-41C5-B9A9-0514E478D769}">
      <dsp:nvSpPr>
        <dsp:cNvPr id="0" name=""/>
        <dsp:cNvSpPr/>
      </dsp:nvSpPr>
      <dsp:spPr>
        <a:xfrm>
          <a:off x="0" y="4522081"/>
          <a:ext cx="3025303" cy="42735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4194DC-ACCC-43CF-B706-67E63B210FEF}">
      <dsp:nvSpPr>
        <dsp:cNvPr id="0" name=""/>
        <dsp:cNvSpPr/>
      </dsp:nvSpPr>
      <dsp:spPr>
        <a:xfrm>
          <a:off x="129274" y="4618235"/>
          <a:ext cx="235273" cy="235043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12B1DD-D55D-41DD-8A8F-3912F0DD8BA0}">
      <dsp:nvSpPr>
        <dsp:cNvPr id="0" name=""/>
        <dsp:cNvSpPr/>
      </dsp:nvSpPr>
      <dsp:spPr>
        <a:xfrm>
          <a:off x="493822" y="4522081"/>
          <a:ext cx="1822807" cy="4544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99" tIns="48099" rIns="48099" bIns="4809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0F0302020204030204"/>
            </a:rPr>
            <a:t>Audit</a:t>
          </a:r>
          <a:endParaRPr lang="en-US" sz="1400" kern="1200"/>
        </a:p>
      </dsp:txBody>
      <dsp:txXfrm>
        <a:off x="493822" y="4522081"/>
        <a:ext cx="1822807" cy="454479"/>
      </dsp:txXfrm>
    </dsp:sp>
    <dsp:sp modelId="{E37B308D-A9CE-4BFC-9F67-7D8C39AE7837}">
      <dsp:nvSpPr>
        <dsp:cNvPr id="0" name=""/>
        <dsp:cNvSpPr/>
      </dsp:nvSpPr>
      <dsp:spPr>
        <a:xfrm>
          <a:off x="0" y="5086737"/>
          <a:ext cx="3025303" cy="42735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47D2D9-310E-4508-922A-1239C8483117}">
      <dsp:nvSpPr>
        <dsp:cNvPr id="0" name=""/>
        <dsp:cNvSpPr/>
      </dsp:nvSpPr>
      <dsp:spPr>
        <a:xfrm>
          <a:off x="129274" y="5182891"/>
          <a:ext cx="235273" cy="235043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4CE82F-81C7-463E-8434-1F07CCB09170}">
      <dsp:nvSpPr>
        <dsp:cNvPr id="0" name=""/>
        <dsp:cNvSpPr/>
      </dsp:nvSpPr>
      <dsp:spPr>
        <a:xfrm>
          <a:off x="493822" y="5086737"/>
          <a:ext cx="1822807" cy="4544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99" tIns="48099" rIns="48099" bIns="4809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0F0302020204030204"/>
            </a:rPr>
            <a:t>Improve customer trust, reputation and brand</a:t>
          </a:r>
        </a:p>
      </dsp:txBody>
      <dsp:txXfrm>
        <a:off x="493822" y="5086737"/>
        <a:ext cx="1822807" cy="4544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nisa.europa.eu/" TargetMode="External"/><Relationship Id="rId13" Type="http://schemas.openxmlformats.org/officeDocument/2006/relationships/hyperlink" Target="https://www.choice.com.au/data-protection-and-privacy/protecting-your-data/data-privacy-and-safety/articles/latitude-finance-data-breach" TargetMode="External"/><Relationship Id="rId18" Type="http://schemas.openxmlformats.org/officeDocument/2006/relationships/hyperlink" Target="https://www.rnz.co.nz/" TargetMode="External"/><Relationship Id="rId3" Type="http://schemas.openxmlformats.org/officeDocument/2006/relationships/hyperlink" Target="https://www.alertmedia.com/blog/enterprise-security-risk-management/#:~:text=Key%20Risk%20Management%20Principles%20for%20Effective%20ESRM&amp;text=It%20focuses%20on%20four%20key,data-driven%20de" TargetMode="External"/><Relationship Id="rId21" Type="http://schemas.openxmlformats.org/officeDocument/2006/relationships/hyperlink" Target="https://www.linkedin.com/pulse/enterprise-security-risk-management-esrm-endro-sunarso/" TargetMode="External"/><Relationship Id="rId7" Type="http://schemas.openxmlformats.org/officeDocument/2006/relationships/hyperlink" Target="https://www.cisco.com/c/dam/m/en_us/products/security/cybersecurity-reports/cybersecurity-readiness-index/2023/cybersecurity-readiness-index-report.pdf" TargetMode="External"/><Relationship Id="rId12" Type="http://schemas.openxmlformats.org/officeDocument/2006/relationships/hyperlink" Target="https://www.choice.com.au/" TargetMode="External"/><Relationship Id="rId17" Type="http://schemas.openxmlformats.org/officeDocument/2006/relationships/hyperlink" Target="https://www.legislation.govt.nz/" TargetMode="External"/><Relationship Id="rId2" Type="http://schemas.openxmlformats.org/officeDocument/2006/relationships/hyperlink" Target="https://www.alertmedia.com/" TargetMode="External"/><Relationship Id="rId16" Type="http://schemas.openxmlformats.org/officeDocument/2006/relationships/hyperlink" Target="https://www.privacy.org.nz/" TargetMode="External"/><Relationship Id="rId20" Type="http://schemas.openxmlformats.org/officeDocument/2006/relationships/hyperlink" Target="https://www.linkedin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isco.com/" TargetMode="External"/><Relationship Id="rId11" Type="http://schemas.openxmlformats.org/officeDocument/2006/relationships/hyperlink" Target="https://itp.nz/Members/Code-of-Ethics" TargetMode="External"/><Relationship Id="rId5" Type="http://schemas.openxmlformats.org/officeDocument/2006/relationships/hyperlink" Target="https://www.theguardian.com/australia-news/2023/mar/27/latitude-financial-cyber-data-breach-hack-14m-customer-records-stolen#:~:text=after%20newsletter%20promotion,for%20remediation%2C%E2%80%9D%20Latitude%20said" TargetMode="External"/><Relationship Id="rId15" Type="http://schemas.openxmlformats.org/officeDocument/2006/relationships/hyperlink" Target="https://www.asisonline.org/security-management-magazine/articles/2023/09/esrm/key-roles-esrm/" TargetMode="External"/><Relationship Id="rId23" Type="http://schemas.openxmlformats.org/officeDocument/2006/relationships/hyperlink" Target="https://www.interest.co.nz/personal-finance/120499/latitude-financial-says-millions-drivers-licence-details-tens-thousands#:~:text=by%20ShoreThing%20%7C%2027th%20Mar%2023,27th%20Mar%2023%2C%201:54pm" TargetMode="External"/><Relationship Id="rId10" Type="http://schemas.openxmlformats.org/officeDocument/2006/relationships/hyperlink" Target="https://www.iod.org.nz/resources-and-insights/research-and-analysis/director-sentiment-survey-report-2022/" TargetMode="External"/><Relationship Id="rId19" Type="http://schemas.openxmlformats.org/officeDocument/2006/relationships/hyperlink" Target="https://www.rnz.co.nz/news/national/492222/three-months-after-latitude-cyberattack-some-victims-still-not-notified" TargetMode="External"/><Relationship Id="rId4" Type="http://schemas.openxmlformats.org/officeDocument/2006/relationships/hyperlink" Target="https://www.theguardian.com/" TargetMode="External"/><Relationship Id="rId9" Type="http://schemas.openxmlformats.org/officeDocument/2006/relationships/hyperlink" Target="https://hyperproof.io/resource/risk-management-techniques/" TargetMode="External"/><Relationship Id="rId14" Type="http://schemas.openxmlformats.org/officeDocument/2006/relationships/hyperlink" Target="https://www.asisonline.org/" TargetMode="External"/><Relationship Id="rId22" Type="http://schemas.openxmlformats.org/officeDocument/2006/relationships/hyperlink" Target="https://www.interest.co.n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>
                <a:solidFill>
                  <a:srgbClr val="FFFFFF"/>
                </a:solidFill>
              </a:rPr>
              <a:t>HTCS 6704 Assignment 1:</a:t>
            </a:r>
            <a:br>
              <a:rPr lang="en-US" sz="4800" b="1">
                <a:solidFill>
                  <a:srgbClr val="FFFFFF"/>
                </a:solidFill>
              </a:rPr>
            </a:br>
            <a:r>
              <a:rPr lang="en-US" sz="4800" b="1">
                <a:solidFill>
                  <a:srgbClr val="FFFFFF"/>
                </a:solidFill>
              </a:rPr>
              <a:t>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endParaRPr lang="en-US"/>
          </a:p>
          <a:p>
            <a:pPr algn="l"/>
            <a:r>
              <a:rPr lang="en-US"/>
              <a:t>By Luis Suarez, Akshay </a:t>
            </a:r>
            <a:r>
              <a:rPr lang="en-US" err="1"/>
              <a:t>Pragji</a:t>
            </a:r>
            <a:r>
              <a:rPr lang="en-US"/>
              <a:t>, Young Kwang Kweon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7EE105-6E77-3BA8-AE5C-F2A9A349D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0D7B45-BFB2-535D-27D3-88F163ADC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3158" y="588520"/>
            <a:ext cx="4862447" cy="6145487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US" sz="2000" b="1" i="1"/>
              <a:t>Cybersecurity as a Strategic Risk.</a:t>
            </a:r>
            <a:endParaRPr lang="en-US" sz="200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2000"/>
              <a:t>2023 Latitude Financial breach – 14M records exposed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2000"/>
              <a:t>Revealed poor data governance &amp; excessive retention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2000"/>
              <a:t>Harm to customers, reputation, and trust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2000"/>
              <a:t>ESRM model applied to strengthen enterprise resilience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798277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1D3A760-D8A5-9ECC-EA3B-B211868F378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0116" r="9091" b="327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8602B-39E2-99F0-81C4-AB01CBB4D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Overview of ESRM</a:t>
            </a:r>
            <a:r>
              <a:rPr lang="en-US" sz="2000" b="1" dirty="0"/>
              <a:t> </a:t>
            </a:r>
            <a:br>
              <a:rPr lang="en-US" sz="2000" b="1" dirty="0"/>
            </a:br>
            <a:r>
              <a:rPr lang="en-US" sz="2000" b="1" dirty="0"/>
              <a:t> Enterprise Security Risk Management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F0415C8D-C725-D59E-E7C6-028436477F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386216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89080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8F494E-5385-72D6-19B7-C7374BB2F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ESRM Pillars</a:t>
            </a:r>
          </a:p>
          <a:p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B8C5A57E-DCCB-83EC-636A-788B80F94E0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988" r="2988"/>
          <a:stretch/>
        </p:blipFill>
        <p:spPr>
          <a:xfrm>
            <a:off x="6735289" y="2184914"/>
            <a:ext cx="4756660" cy="3755915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9" name="Text Placeholder 3">
            <a:extLst>
              <a:ext uri="{FF2B5EF4-FFF2-40B4-BE49-F238E27FC236}">
                <a16:creationId xmlns:a16="http://schemas.microsoft.com/office/drawing/2014/main" id="{4866710E-4873-930F-91E2-5B6AD2AB9F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4557864"/>
              </p:ext>
            </p:extLst>
          </p:nvPr>
        </p:nvGraphicFramePr>
        <p:xfrm>
          <a:off x="1137034" y="2198362"/>
          <a:ext cx="4958966" cy="3917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49896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0D5D19D-0789-4518-B5DC-D47ADF69D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9F3CD4-40DA-CEEE-D287-5A223D39A19C}"/>
              </a:ext>
            </a:extLst>
          </p:cNvPr>
          <p:cNvSpPr txBox="1"/>
          <p:nvPr/>
        </p:nvSpPr>
        <p:spPr>
          <a:xfrm>
            <a:off x="1113810" y="935481"/>
            <a:ext cx="4036334" cy="458216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latin typeface="+mj-lt"/>
                <a:ea typeface="+mj-ea"/>
                <a:cs typeface="+mj-cs"/>
              </a:rPr>
              <a:t>ESRM Life Cycle​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diagram of a risk management process&#10;&#10;AI-generated content may be incorrect.">
            <a:extLst>
              <a:ext uri="{FF2B5EF4-FFF2-40B4-BE49-F238E27FC236}">
                <a16:creationId xmlns:a16="http://schemas.microsoft.com/office/drawing/2014/main" id="{DBBD05B2-0567-B505-4AA0-B806F70C85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59" r="6115" b="2"/>
          <a:stretch>
            <a:fillRect/>
          </a:stretch>
        </p:blipFill>
        <p:spPr>
          <a:xfrm>
            <a:off x="5922492" y="666728"/>
            <a:ext cx="5536001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73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6A58F5-CA20-8BFE-EFF2-4ABE331C7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ESRM Principals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987EA-E202-9162-9892-F315A0ABD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719" y="3082345"/>
            <a:ext cx="4559425" cy="179518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571500" indent="-228600">
              <a:buFont typeface="Arial" panose="020B0604020202020204" pitchFamily="34" charset="0"/>
              <a:buChar char="•"/>
            </a:pPr>
            <a:r>
              <a:rPr lang="en-US" sz="4400"/>
              <a:t>Holistic View</a:t>
            </a:r>
          </a:p>
          <a:p>
            <a:pPr marL="571500" indent="-228600">
              <a:buFont typeface="Arial" panose="020B0604020202020204" pitchFamily="34" charset="0"/>
              <a:buChar char="•"/>
            </a:pPr>
            <a:endParaRPr lang="en-US" sz="4400"/>
          </a:p>
          <a:p>
            <a:pPr marL="571500" indent="-228600">
              <a:buFont typeface="Arial" panose="020B0604020202020204" pitchFamily="34" charset="0"/>
              <a:buChar char="•"/>
            </a:pPr>
            <a:r>
              <a:rPr lang="en-US" sz="4400"/>
              <a:t>Transparency</a:t>
            </a:r>
          </a:p>
          <a:p>
            <a:pPr marL="571500" indent="-228600">
              <a:buFont typeface="Arial" panose="020B0604020202020204" pitchFamily="34" charset="0"/>
              <a:buChar char="•"/>
            </a:pPr>
            <a:endParaRPr lang="en-US" sz="4400"/>
          </a:p>
          <a:p>
            <a:pPr marL="571500" indent="-228600">
              <a:buFont typeface="Arial" panose="020B0604020202020204" pitchFamily="34" charset="0"/>
              <a:buChar char="•"/>
            </a:pPr>
            <a:r>
              <a:rPr lang="en-US" sz="4400"/>
              <a:t>Goals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oup of people putting their hands together&#10;&#10;AI-generated content may be incorrect.">
            <a:extLst>
              <a:ext uri="{FF2B5EF4-FFF2-40B4-BE49-F238E27FC236}">
                <a16:creationId xmlns:a16="http://schemas.microsoft.com/office/drawing/2014/main" id="{475D55A7-0D36-831D-B897-0166BD4A93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9124" r="12532" b="-2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141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Triangle 33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Content Placeholder 13" descr="A trophy with a number on it&#10;&#10;AI-generated content may be incorrect.">
            <a:extLst>
              <a:ext uri="{FF2B5EF4-FFF2-40B4-BE49-F238E27FC236}">
                <a16:creationId xmlns:a16="http://schemas.microsoft.com/office/drawing/2014/main" id="{5A77ACC5-284D-6660-8EC2-F1BDFE8C83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3"/>
          <a:stretch>
            <a:fillRect/>
          </a:stretch>
        </p:blipFill>
        <p:spPr>
          <a:xfrm>
            <a:off x="7544661" y="323519"/>
            <a:ext cx="4323899" cy="6212748"/>
          </a:xfrm>
          <a:custGeom>
            <a:avLst/>
            <a:gdLst/>
            <a:ahLst/>
            <a:cxnLst/>
            <a:rect l="l" t="t" r="r" b="b"/>
            <a:pathLst>
              <a:path w="4323899" h="6212748">
                <a:moveTo>
                  <a:pt x="0" y="0"/>
                </a:move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close/>
              </a:path>
            </a:pathLst>
          </a:cu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51C89C42-AF83-451A-81EA-472844755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A49BB6-03FC-DE29-2AEC-1D13E9427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9" y="1188637"/>
            <a:ext cx="5917521" cy="15972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/>
              <a:t>ESRM Benefits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CE91A6-2520-1378-8506-DBCC63DDE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23359" y="2419158"/>
            <a:ext cx="5988640" cy="380515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Compliance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Accountability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Improved decision making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Strategic alignment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Regulatory compliance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Protects brand 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Builds customer trust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Builds culture of cyber awareness</a:t>
            </a:r>
          </a:p>
        </p:txBody>
      </p:sp>
    </p:spTree>
    <p:extLst>
      <p:ext uri="{BB962C8B-B14F-4D97-AF65-F5344CB8AC3E}">
        <p14:creationId xmlns:p14="http://schemas.microsoft.com/office/powerpoint/2010/main" val="1036607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CAEE0A-B3A6-6C27-4C2A-E2CEB6759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Implementing ESRM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D1B13-AF1D-B73B-427C-E35F2A834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Applying ESRM lifecycle to scenario</a:t>
            </a:r>
          </a:p>
          <a:p>
            <a:r>
              <a:rPr lang="en-US" sz="2000"/>
              <a:t>ESRM Steps: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Identify and </a:t>
            </a:r>
            <a:r>
              <a:rPr lang="en-US" sz="2000" err="1"/>
              <a:t>Prioritise</a:t>
            </a:r>
            <a:r>
              <a:rPr lang="en-US" sz="2000"/>
              <a:t> assets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Identify and </a:t>
            </a:r>
            <a:r>
              <a:rPr lang="en-US" sz="2000" err="1"/>
              <a:t>Prioritise</a:t>
            </a:r>
            <a:r>
              <a:rPr lang="en-US" sz="2000"/>
              <a:t> security risks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Mitigate </a:t>
            </a:r>
            <a:r>
              <a:rPr lang="en-US" sz="2000" err="1"/>
              <a:t>prioritised</a:t>
            </a:r>
            <a:r>
              <a:rPr lang="en-US" sz="2000"/>
              <a:t> risks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Continuous Improvement</a:t>
            </a:r>
          </a:p>
        </p:txBody>
      </p:sp>
      <p:pic>
        <p:nvPicPr>
          <p:cNvPr id="7" name="Graphic 6" descr="Magnifying glass">
            <a:extLst>
              <a:ext uri="{FF2B5EF4-FFF2-40B4-BE49-F238E27FC236}">
                <a16:creationId xmlns:a16="http://schemas.microsoft.com/office/drawing/2014/main" id="{C8E24B4A-07E4-B577-ED29-FDFE24D4C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9548" y="2484255"/>
            <a:ext cx="3714244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88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7EE957-FBCE-513B-6C6C-453FE4AD9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0CD18F-35B5-5C63-F776-582ED55AE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Identify and </a:t>
            </a:r>
            <a:r>
              <a:rPr lang="en-US" sz="4800" err="1"/>
              <a:t>Prioritise</a:t>
            </a:r>
            <a:r>
              <a:rPr lang="en-US" sz="4800"/>
              <a:t> assets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D90B1-9D18-6F77-71F6-B83127E0D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489074"/>
            <a:ext cx="4530898" cy="369466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000">
                <a:ea typeface="+mn-lt"/>
                <a:cs typeface="+mn-lt"/>
              </a:rPr>
              <a:t>Resources that must be protected to achieve </a:t>
            </a:r>
            <a:r>
              <a:rPr lang="en-US" sz="2000" err="1">
                <a:ea typeface="+mn-lt"/>
                <a:cs typeface="+mn-lt"/>
              </a:rPr>
              <a:t>organisational</a:t>
            </a:r>
            <a:r>
              <a:rPr lang="en-US" sz="2000">
                <a:ea typeface="+mn-lt"/>
                <a:cs typeface="+mn-lt"/>
              </a:rPr>
              <a:t> objectives</a:t>
            </a:r>
            <a:endParaRPr lang="en-US" sz="2000"/>
          </a:p>
          <a:p>
            <a:r>
              <a:rPr lang="en-US" sz="2000"/>
              <a:t>Assets can be: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Data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Device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People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Facility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Process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Reputation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computer systems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Property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Service providers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600"/>
          </a:p>
          <a:p>
            <a:endParaRPr lang="en-US" sz="2000"/>
          </a:p>
          <a:p>
            <a:endParaRPr lang="en-US" sz="20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0C1FDC-9B94-5C04-D8BC-BE631109C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140139"/>
              </p:ext>
            </p:extLst>
          </p:nvPr>
        </p:nvGraphicFramePr>
        <p:xfrm>
          <a:off x="6347425" y="2484255"/>
          <a:ext cx="4278492" cy="3714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460">
                  <a:extLst>
                    <a:ext uri="{9D8B030D-6E8A-4147-A177-3AD203B41FA5}">
                      <a16:colId xmlns:a16="http://schemas.microsoft.com/office/drawing/2014/main" val="2682315048"/>
                    </a:ext>
                  </a:extLst>
                </a:gridCol>
                <a:gridCol w="3101032">
                  <a:extLst>
                    <a:ext uri="{9D8B030D-6E8A-4147-A177-3AD203B41FA5}">
                      <a16:colId xmlns:a16="http://schemas.microsoft.com/office/drawing/2014/main" val="3036122884"/>
                    </a:ext>
                  </a:extLst>
                </a:gridCol>
              </a:tblGrid>
              <a:tr h="461658"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Priority</a:t>
                      </a:r>
                    </a:p>
                  </a:txBody>
                  <a:tcPr marL="104922" marR="104922" marT="52461" marB="524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Assets</a:t>
                      </a:r>
                    </a:p>
                  </a:txBody>
                  <a:tcPr marL="104922" marR="104922" marT="52461" marB="52461"/>
                </a:tc>
                <a:extLst>
                  <a:ext uri="{0D108BD9-81ED-4DB2-BD59-A6C34878D82A}">
                    <a16:rowId xmlns:a16="http://schemas.microsoft.com/office/drawing/2014/main" val="2770703304"/>
                  </a:ext>
                </a:extLst>
              </a:tr>
              <a:tr h="776424">
                <a:tc>
                  <a:txBody>
                    <a:bodyPr/>
                    <a:lstStyle/>
                    <a:p>
                      <a:pPr algn="ctr"/>
                      <a:r>
                        <a:rPr lang="en-US" sz="2100" b="1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104922" marR="104922" marT="52461" marB="52461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Customer Personal Information</a:t>
                      </a:r>
                    </a:p>
                  </a:txBody>
                  <a:tcPr marL="104922" marR="104922" marT="52461" marB="52461"/>
                </a:tc>
                <a:extLst>
                  <a:ext uri="{0D108BD9-81ED-4DB2-BD59-A6C34878D82A}">
                    <a16:rowId xmlns:a16="http://schemas.microsoft.com/office/drawing/2014/main" val="885102369"/>
                  </a:ext>
                </a:extLst>
              </a:tr>
              <a:tr h="77642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b="1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104922" marR="104922" marT="52461" marB="52461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100"/>
                        <a:t>Customer Trust and Reputation</a:t>
                      </a:r>
                    </a:p>
                  </a:txBody>
                  <a:tcPr marL="104922" marR="104922" marT="52461" marB="52461"/>
                </a:tc>
                <a:extLst>
                  <a:ext uri="{0D108BD9-81ED-4DB2-BD59-A6C34878D82A}">
                    <a16:rowId xmlns:a16="http://schemas.microsoft.com/office/drawing/2014/main" val="4140116989"/>
                  </a:ext>
                </a:extLst>
              </a:tr>
              <a:tr h="77642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b="1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104922" marR="104922" marT="52461" marB="52461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100"/>
                        <a:t>Regulatory and Legal Compliance</a:t>
                      </a:r>
                    </a:p>
                  </a:txBody>
                  <a:tcPr marL="104922" marR="104922" marT="52461" marB="52461"/>
                </a:tc>
                <a:extLst>
                  <a:ext uri="{0D108BD9-81ED-4DB2-BD59-A6C34878D82A}">
                    <a16:rowId xmlns:a16="http://schemas.microsoft.com/office/drawing/2014/main" val="2654688653"/>
                  </a:ext>
                </a:extLst>
              </a:tr>
              <a:tr h="46165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b="1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L="104922" marR="104922" marT="52461" marB="52461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100"/>
                        <a:t>Operational IT Systems</a:t>
                      </a:r>
                    </a:p>
                  </a:txBody>
                  <a:tcPr marL="104922" marR="104922" marT="52461" marB="52461"/>
                </a:tc>
                <a:extLst>
                  <a:ext uri="{0D108BD9-81ED-4DB2-BD59-A6C34878D82A}">
                    <a16:rowId xmlns:a16="http://schemas.microsoft.com/office/drawing/2014/main" val="3753631281"/>
                  </a:ext>
                </a:extLst>
              </a:tr>
              <a:tr h="46165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b="1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marL="104922" marR="104922" marT="52461" marB="52461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100"/>
                        <a:t>Employees or Insiders</a:t>
                      </a:r>
                    </a:p>
                  </a:txBody>
                  <a:tcPr marL="104922" marR="104922" marT="52461" marB="52461"/>
                </a:tc>
                <a:extLst>
                  <a:ext uri="{0D108BD9-81ED-4DB2-BD59-A6C34878D82A}">
                    <a16:rowId xmlns:a16="http://schemas.microsoft.com/office/drawing/2014/main" val="522637192"/>
                  </a:ext>
                </a:extLst>
              </a:tr>
            </a:tbl>
          </a:graphicData>
        </a:graphic>
      </p:graphicFrame>
      <p:pic>
        <p:nvPicPr>
          <p:cNvPr id="5" name="Graphic 4" descr="Home with solid fill">
            <a:extLst>
              <a:ext uri="{FF2B5EF4-FFF2-40B4-BE49-F238E27FC236}">
                <a16:creationId xmlns:a16="http://schemas.microsoft.com/office/drawing/2014/main" id="{46A66EF1-480A-D461-65A5-9B4571030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3757" y="774148"/>
            <a:ext cx="914400" cy="914400"/>
          </a:xfrm>
          <a:prstGeom prst="rect">
            <a:avLst/>
          </a:prstGeom>
        </p:spPr>
      </p:pic>
      <p:pic>
        <p:nvPicPr>
          <p:cNvPr id="7" name="Graphic 6" descr="Sort with solid fill">
            <a:extLst>
              <a:ext uri="{FF2B5EF4-FFF2-40B4-BE49-F238E27FC236}">
                <a16:creationId xmlns:a16="http://schemas.microsoft.com/office/drawing/2014/main" id="{738248D1-FE8E-AE11-0FE8-B788B87C57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19321" y="79623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464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2FBAE6-E7A7-E357-8969-66A046EAC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latin typeface="Aptos Display"/>
              </a:rPr>
              <a:t>Identify and </a:t>
            </a:r>
            <a:r>
              <a:rPr lang="en-US" sz="4800" err="1">
                <a:latin typeface="Aptos Display"/>
              </a:rPr>
              <a:t>Prioritise</a:t>
            </a:r>
            <a:r>
              <a:rPr lang="en-US" sz="4800">
                <a:latin typeface="Aptos Display"/>
              </a:rPr>
              <a:t> security risks </a:t>
            </a:r>
            <a:endParaRPr lang="en-US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218EE-27D7-1B24-B98F-761E8F8BC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696550" cy="36394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To identify </a:t>
            </a:r>
            <a:r>
              <a:rPr lang="en-US" sz="2000" b="1">
                <a:ea typeface="+mn-lt"/>
                <a:cs typeface="+mn-lt"/>
              </a:rPr>
              <a:t>threats and vulnerabilities</a:t>
            </a:r>
            <a:r>
              <a:rPr lang="en-US" sz="2000">
                <a:ea typeface="+mn-lt"/>
                <a:cs typeface="+mn-lt"/>
              </a:rPr>
              <a:t> that could harm assets</a:t>
            </a:r>
          </a:p>
          <a:p>
            <a:r>
              <a:rPr lang="en-US" sz="2000" err="1"/>
              <a:t>Prioritised</a:t>
            </a:r>
            <a:r>
              <a:rPr lang="en-US" sz="2000"/>
              <a:t> by Likelihood X Impact:</a:t>
            </a:r>
          </a:p>
          <a:p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80AE7F-1FD6-C93B-10F6-E391049EB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292135"/>
              </p:ext>
            </p:extLst>
          </p:nvPr>
        </p:nvGraphicFramePr>
        <p:xfrm>
          <a:off x="5911532" y="2831548"/>
          <a:ext cx="5150274" cy="31929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533">
                  <a:extLst>
                    <a:ext uri="{9D8B030D-6E8A-4147-A177-3AD203B41FA5}">
                      <a16:colId xmlns:a16="http://schemas.microsoft.com/office/drawing/2014/main" val="2682315048"/>
                    </a:ext>
                  </a:extLst>
                </a:gridCol>
                <a:gridCol w="2112065">
                  <a:extLst>
                    <a:ext uri="{9D8B030D-6E8A-4147-A177-3AD203B41FA5}">
                      <a16:colId xmlns:a16="http://schemas.microsoft.com/office/drawing/2014/main" val="933060030"/>
                    </a:ext>
                  </a:extLst>
                </a:gridCol>
                <a:gridCol w="2219676">
                  <a:extLst>
                    <a:ext uri="{9D8B030D-6E8A-4147-A177-3AD203B41FA5}">
                      <a16:colId xmlns:a16="http://schemas.microsoft.com/office/drawing/2014/main" val="3036122884"/>
                    </a:ext>
                  </a:extLst>
                </a:gridCol>
              </a:tblGrid>
              <a:tr h="32093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Priority</a:t>
                      </a:r>
                    </a:p>
                  </a:txBody>
                  <a:tcPr marL="72939" marR="72939" marT="36469" marB="36469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Risk</a:t>
                      </a:r>
                    </a:p>
                  </a:txBody>
                  <a:tcPr marL="72939" marR="72939" marT="36469" marB="3646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Asset involved</a:t>
                      </a:r>
                    </a:p>
                  </a:txBody>
                  <a:tcPr marL="72939" marR="72939" marT="36469" marB="36469"/>
                </a:tc>
                <a:extLst>
                  <a:ext uri="{0D108BD9-81ED-4DB2-BD59-A6C34878D82A}">
                    <a16:rowId xmlns:a16="http://schemas.microsoft.com/office/drawing/2014/main" val="2770703304"/>
                  </a:ext>
                </a:extLst>
              </a:tr>
              <a:tr h="53974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72939" marR="72939" marT="36469" marB="36469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Excessive data retention</a:t>
                      </a:r>
                    </a:p>
                  </a:txBody>
                  <a:tcPr marL="72939" marR="72939" marT="36469" marB="364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Customer Personal Information</a:t>
                      </a:r>
                    </a:p>
                  </a:txBody>
                  <a:tcPr marL="72939" marR="72939" marT="36469" marB="36469" anchor="ctr"/>
                </a:tc>
                <a:extLst>
                  <a:ext uri="{0D108BD9-81ED-4DB2-BD59-A6C34878D82A}">
                    <a16:rowId xmlns:a16="http://schemas.microsoft.com/office/drawing/2014/main" val="885102369"/>
                  </a:ext>
                </a:extLst>
              </a:tr>
              <a:tr h="53974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72939" marR="72939" marT="36469" marB="36469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External Cyberattack</a:t>
                      </a:r>
                    </a:p>
                  </a:txBody>
                  <a:tcPr marL="72939" marR="72939" marT="36469" marB="36469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Customer Trust and Reputation</a:t>
                      </a:r>
                    </a:p>
                  </a:txBody>
                  <a:tcPr marL="72939" marR="72939" marT="36469" marB="36469" anchor="ctr"/>
                </a:tc>
                <a:extLst>
                  <a:ext uri="{0D108BD9-81ED-4DB2-BD59-A6C34878D82A}">
                    <a16:rowId xmlns:a16="http://schemas.microsoft.com/office/drawing/2014/main" val="4140116989"/>
                  </a:ext>
                </a:extLst>
              </a:tr>
              <a:tr h="53974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72939" marR="72939" marT="36469" marB="36469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Reputational Damage and Loss of Customer Trust</a:t>
                      </a:r>
                    </a:p>
                  </a:txBody>
                  <a:tcPr marL="72939" marR="72939" marT="36469" marB="36469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Regulatory and Legal Compliance</a:t>
                      </a:r>
                    </a:p>
                  </a:txBody>
                  <a:tcPr marL="72939" marR="72939" marT="36469" marB="36469" anchor="ctr"/>
                </a:tc>
                <a:extLst>
                  <a:ext uri="{0D108BD9-81ED-4DB2-BD59-A6C34878D82A}">
                    <a16:rowId xmlns:a16="http://schemas.microsoft.com/office/drawing/2014/main" val="2654688653"/>
                  </a:ext>
                </a:extLst>
              </a:tr>
              <a:tr h="53974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L="72939" marR="72939" marT="36469" marB="36469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Regulatory non-compliance</a:t>
                      </a:r>
                    </a:p>
                  </a:txBody>
                  <a:tcPr marL="72939" marR="72939" marT="36469" marB="36469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Operational IT Systems</a:t>
                      </a:r>
                    </a:p>
                  </a:txBody>
                  <a:tcPr marL="72939" marR="72939" marT="36469" marB="36469" anchor="ctr"/>
                </a:tc>
                <a:extLst>
                  <a:ext uri="{0D108BD9-81ED-4DB2-BD59-A6C34878D82A}">
                    <a16:rowId xmlns:a16="http://schemas.microsoft.com/office/drawing/2014/main" val="3753631281"/>
                  </a:ext>
                </a:extLst>
              </a:tr>
              <a:tr h="53974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marL="72939" marR="72939" marT="36469" marB="36469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Operational disruption</a:t>
                      </a:r>
                    </a:p>
                  </a:txBody>
                  <a:tcPr marL="72939" marR="72939" marT="36469" marB="36469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/>
                        <a:t>Employees or Insiders</a:t>
                      </a:r>
                    </a:p>
                  </a:txBody>
                  <a:tcPr marL="72939" marR="72939" marT="36469" marB="36469" anchor="ctr"/>
                </a:tc>
                <a:extLst>
                  <a:ext uri="{0D108BD9-81ED-4DB2-BD59-A6C34878D82A}">
                    <a16:rowId xmlns:a16="http://schemas.microsoft.com/office/drawing/2014/main" val="522637192"/>
                  </a:ext>
                </a:extLst>
              </a:tr>
            </a:tbl>
          </a:graphicData>
        </a:graphic>
      </p:graphicFrame>
      <p:pic>
        <p:nvPicPr>
          <p:cNvPr id="4" name="Graphic 3" descr="Warning with solid fill">
            <a:extLst>
              <a:ext uri="{FF2B5EF4-FFF2-40B4-BE49-F238E27FC236}">
                <a16:creationId xmlns:a16="http://schemas.microsoft.com/office/drawing/2014/main" id="{0BB1F3D8-3D0F-D9B6-B395-D9840AAF0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8626" y="774148"/>
            <a:ext cx="914400" cy="914400"/>
          </a:xfrm>
          <a:prstGeom prst="rect">
            <a:avLst/>
          </a:prstGeom>
        </p:spPr>
      </p:pic>
      <p:pic>
        <p:nvPicPr>
          <p:cNvPr id="6" name="Graphic 5" descr="Sort with solid fill">
            <a:extLst>
              <a:ext uri="{FF2B5EF4-FFF2-40B4-BE49-F238E27FC236}">
                <a16:creationId xmlns:a16="http://schemas.microsoft.com/office/drawing/2014/main" id="{71823416-AA71-BC90-B5CC-FC4773715A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75843" y="774148"/>
            <a:ext cx="914400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3BA243-C43D-FD0B-6A7A-DEA40EA635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614" y="3648282"/>
            <a:ext cx="4385642" cy="298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575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FA5CEE-68F5-623A-BD7D-353890A53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Mitigate prioritised risks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D3958-7F4B-C198-4973-ADBE1A745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To design and implement controls and strategies that reduce the likelihood and impact of the most critical risks</a:t>
            </a:r>
            <a:endParaRPr lang="en-US" sz="2000"/>
          </a:p>
          <a:p>
            <a:r>
              <a:rPr lang="en-US" sz="2000"/>
              <a:t>Risk treatment strategies: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Mitigate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Accept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Transfer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Avoid</a:t>
            </a:r>
          </a:p>
          <a:p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339402-CB99-FF6F-477B-150E63366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103925"/>
              </p:ext>
            </p:extLst>
          </p:nvPr>
        </p:nvGraphicFramePr>
        <p:xfrm>
          <a:off x="5908260" y="2319130"/>
          <a:ext cx="5150278" cy="4045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1151">
                  <a:extLst>
                    <a:ext uri="{9D8B030D-6E8A-4147-A177-3AD203B41FA5}">
                      <a16:colId xmlns:a16="http://schemas.microsoft.com/office/drawing/2014/main" val="2682315048"/>
                    </a:ext>
                  </a:extLst>
                </a:gridCol>
                <a:gridCol w="2549127">
                  <a:extLst>
                    <a:ext uri="{9D8B030D-6E8A-4147-A177-3AD203B41FA5}">
                      <a16:colId xmlns:a16="http://schemas.microsoft.com/office/drawing/2014/main" val="3036122884"/>
                    </a:ext>
                  </a:extLst>
                </a:gridCol>
              </a:tblGrid>
              <a:tr h="337165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Risk</a:t>
                      </a:r>
                    </a:p>
                  </a:txBody>
                  <a:tcPr marL="66729" marR="66729" marT="33365" marB="333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Mitigation Strategy</a:t>
                      </a:r>
                    </a:p>
                  </a:txBody>
                  <a:tcPr marL="66729" marR="66729" marT="33365" marB="33365" anchor="ctr"/>
                </a:tc>
                <a:extLst>
                  <a:ext uri="{0D108BD9-81ED-4DB2-BD59-A6C34878D82A}">
                    <a16:rowId xmlns:a16="http://schemas.microsoft.com/office/drawing/2014/main" val="2770703304"/>
                  </a:ext>
                </a:extLst>
              </a:tr>
              <a:tr h="50574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300"/>
                        <a:t>Excessive data retention</a:t>
                      </a:r>
                    </a:p>
                  </a:txBody>
                  <a:tcPr marL="66729" marR="66729" marT="33365" marB="33365"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/>
                        <a:buChar char="•"/>
                      </a:pPr>
                      <a:r>
                        <a:rPr lang="en-US" sz="1300"/>
                        <a:t>Data </a:t>
                      </a:r>
                      <a:r>
                        <a:rPr lang="en-US" sz="1300" err="1"/>
                        <a:t>minimisation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300"/>
                        <a:t>Encryption</a:t>
                      </a:r>
                      <a:endParaRPr lang="en-US"/>
                    </a:p>
                  </a:txBody>
                  <a:tcPr marL="66729" marR="66729" marT="33365" marB="33365" anchor="ctr"/>
                </a:tc>
                <a:extLst>
                  <a:ext uri="{0D108BD9-81ED-4DB2-BD59-A6C34878D82A}">
                    <a16:rowId xmlns:a16="http://schemas.microsoft.com/office/drawing/2014/main" val="885102369"/>
                  </a:ext>
                </a:extLst>
              </a:tr>
              <a:tr h="72030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300"/>
                        <a:t>External Cyberattack</a:t>
                      </a:r>
                    </a:p>
                  </a:txBody>
                  <a:tcPr marL="66729" marR="66729" marT="33365" marB="33365" anchor="ctr"/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300"/>
                        <a:t>MFA, Least Privilege</a:t>
                      </a:r>
                      <a:endParaRPr lang="en-US"/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300"/>
                        <a:t>Regular patching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300"/>
                        <a:t>SIEM deployment</a:t>
                      </a:r>
                      <a:endParaRPr lang="en-US"/>
                    </a:p>
                  </a:txBody>
                  <a:tcPr marL="66729" marR="66729" marT="33365" marB="33365" anchor="ctr"/>
                </a:tc>
                <a:extLst>
                  <a:ext uri="{0D108BD9-81ED-4DB2-BD59-A6C34878D82A}">
                    <a16:rowId xmlns:a16="http://schemas.microsoft.com/office/drawing/2014/main" val="4140116989"/>
                  </a:ext>
                </a:extLst>
              </a:tr>
              <a:tr h="11494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300"/>
                        <a:t>Reputational Damage and Loss of Customer Trust</a:t>
                      </a:r>
                    </a:p>
                  </a:txBody>
                  <a:tcPr marL="66729" marR="66729" marT="33365" marB="33365" anchor="ctr"/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300"/>
                        <a:t>Crisis communication plan with customers and regulators</a:t>
                      </a:r>
                      <a:endParaRPr lang="en-US"/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300"/>
                        <a:t>Credit monitoring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300"/>
                        <a:t>Publish reports</a:t>
                      </a:r>
                      <a:endParaRPr lang="en-US"/>
                    </a:p>
                  </a:txBody>
                  <a:tcPr marL="66729" marR="66729" marT="33365" marB="33365" anchor="ctr"/>
                </a:tc>
                <a:extLst>
                  <a:ext uri="{0D108BD9-81ED-4DB2-BD59-A6C34878D82A}">
                    <a16:rowId xmlns:a16="http://schemas.microsoft.com/office/drawing/2014/main" val="2654688653"/>
                  </a:ext>
                </a:extLst>
              </a:tr>
              <a:tr h="78161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300"/>
                        <a:t>Regulatory non-compliance</a:t>
                      </a:r>
                    </a:p>
                  </a:txBody>
                  <a:tcPr marL="66729" marR="66729" marT="33365" marB="33365" anchor="ctr"/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300"/>
                        <a:t>Data Protection Officer</a:t>
                      </a:r>
                      <a:endParaRPr lang="en-US"/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300"/>
                        <a:t>Annual compliance audits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300"/>
                        <a:t>Staff training on obligations</a:t>
                      </a:r>
                      <a:endParaRPr lang="en-US"/>
                    </a:p>
                  </a:txBody>
                  <a:tcPr marL="66729" marR="66729" marT="33365" marB="33365" anchor="ctr"/>
                </a:tc>
                <a:extLst>
                  <a:ext uri="{0D108BD9-81ED-4DB2-BD59-A6C34878D82A}">
                    <a16:rowId xmlns:a16="http://schemas.microsoft.com/office/drawing/2014/main" val="3753631281"/>
                  </a:ext>
                </a:extLst>
              </a:tr>
              <a:tr h="55172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300"/>
                        <a:t>Operational disruption</a:t>
                      </a:r>
                    </a:p>
                  </a:txBody>
                  <a:tcPr marL="66729" marR="66729" marT="33365" marB="33365" anchor="ctr"/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300"/>
                        <a:t>Implement recovery plan</a:t>
                      </a:r>
                      <a:endParaRPr lang="en-US"/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300"/>
                        <a:t>Regular backups</a:t>
                      </a:r>
                    </a:p>
                  </a:txBody>
                  <a:tcPr marL="66729" marR="66729" marT="33365" marB="33365" anchor="ctr"/>
                </a:tc>
                <a:extLst>
                  <a:ext uri="{0D108BD9-81ED-4DB2-BD59-A6C34878D82A}">
                    <a16:rowId xmlns:a16="http://schemas.microsoft.com/office/drawing/2014/main" val="522637192"/>
                  </a:ext>
                </a:extLst>
              </a:tr>
            </a:tbl>
          </a:graphicData>
        </a:graphic>
      </p:graphicFrame>
      <p:pic>
        <p:nvPicPr>
          <p:cNvPr id="4" name="Graphic 3" descr="Medical with solid fill">
            <a:extLst>
              <a:ext uri="{FF2B5EF4-FFF2-40B4-BE49-F238E27FC236}">
                <a16:creationId xmlns:a16="http://schemas.microsoft.com/office/drawing/2014/main" id="{9EA12249-D23D-F2FE-2CB9-CA07C4787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87322" y="796235"/>
            <a:ext cx="914400" cy="914400"/>
          </a:xfrm>
          <a:prstGeom prst="rect">
            <a:avLst/>
          </a:prstGeom>
        </p:spPr>
      </p:pic>
      <p:pic>
        <p:nvPicPr>
          <p:cNvPr id="7" name="Graphic 6" descr="Medicine with solid fill">
            <a:extLst>
              <a:ext uri="{FF2B5EF4-FFF2-40B4-BE49-F238E27FC236}">
                <a16:creationId xmlns:a16="http://schemas.microsoft.com/office/drawing/2014/main" id="{63C933E3-FDB8-9187-824F-0846E1DA1E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2887" y="79623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909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71C8E-ACD9-7477-F56A-DB96AA2BA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Continuous Improvement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BB9DA-40BB-658B-A3EE-EE2999C6D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096" y="2522205"/>
            <a:ext cx="4530898" cy="36394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Continuous monitoring and reporting</a:t>
            </a:r>
          </a:p>
          <a:p>
            <a:r>
              <a:rPr lang="en-US" sz="2000">
                <a:ea typeface="+mn-lt"/>
                <a:cs typeface="+mn-lt"/>
              </a:rPr>
              <a:t>To ensure risk management is an </a:t>
            </a:r>
            <a:r>
              <a:rPr lang="en-US" sz="2000" b="1">
                <a:ea typeface="+mn-lt"/>
                <a:cs typeface="+mn-lt"/>
              </a:rPr>
              <a:t>ongoing cycle</a:t>
            </a:r>
            <a:r>
              <a:rPr lang="en-US" sz="2000">
                <a:ea typeface="+mn-lt"/>
                <a:cs typeface="+mn-lt"/>
              </a:rPr>
              <a:t>, not a one-time exercise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To adapt to </a:t>
            </a:r>
            <a:r>
              <a:rPr lang="en-US" sz="2000" b="1">
                <a:ea typeface="+mn-lt"/>
                <a:cs typeface="+mn-lt"/>
              </a:rPr>
              <a:t>new threats, technologies, and regulatory changes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AFB743-CE4A-67E4-2DBD-A8A1072FA5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147646"/>
              </p:ext>
            </p:extLst>
          </p:nvPr>
        </p:nvGraphicFramePr>
        <p:xfrm>
          <a:off x="5911532" y="2512914"/>
          <a:ext cx="5150278" cy="378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115">
                  <a:extLst>
                    <a:ext uri="{9D8B030D-6E8A-4147-A177-3AD203B41FA5}">
                      <a16:colId xmlns:a16="http://schemas.microsoft.com/office/drawing/2014/main" val="2682315048"/>
                    </a:ext>
                  </a:extLst>
                </a:gridCol>
                <a:gridCol w="3223163">
                  <a:extLst>
                    <a:ext uri="{9D8B030D-6E8A-4147-A177-3AD203B41FA5}">
                      <a16:colId xmlns:a16="http://schemas.microsoft.com/office/drawing/2014/main" val="3036122884"/>
                    </a:ext>
                  </a:extLst>
                </a:gridCol>
              </a:tblGrid>
              <a:tr h="333362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Risk</a:t>
                      </a:r>
                    </a:p>
                  </a:txBody>
                  <a:tcPr marL="74900" marR="74900" marT="37450" marB="374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Monitoring strategy</a:t>
                      </a:r>
                    </a:p>
                  </a:txBody>
                  <a:tcPr marL="74900" marR="74900" marT="37450" marB="37450"/>
                </a:tc>
                <a:extLst>
                  <a:ext uri="{0D108BD9-81ED-4DB2-BD59-A6C34878D82A}">
                    <a16:rowId xmlns:a16="http://schemas.microsoft.com/office/drawing/2014/main" val="2770703304"/>
                  </a:ext>
                </a:extLst>
              </a:tr>
              <a:tr h="5653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Excessive data retention</a:t>
                      </a:r>
                      <a:endParaRPr lang="en-US" sz="1300"/>
                    </a:p>
                  </a:txBody>
                  <a:tcPr marL="61982" marR="61982" marT="30991" marB="30991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500"/>
                        <a:t>Annual retention audits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500"/>
                        <a:t>Board reporting on data </a:t>
                      </a:r>
                      <a:r>
                        <a:rPr lang="en-US" sz="1500" err="1"/>
                        <a:t>minimisation</a:t>
                      </a:r>
                      <a:endParaRPr lang="en-US" sz="1500"/>
                    </a:p>
                  </a:txBody>
                  <a:tcPr marL="74900" marR="74900" marT="37450" marB="37450"/>
                </a:tc>
                <a:extLst>
                  <a:ext uri="{0D108BD9-81ED-4DB2-BD59-A6C34878D82A}">
                    <a16:rowId xmlns:a16="http://schemas.microsoft.com/office/drawing/2014/main" val="885102369"/>
                  </a:ext>
                </a:extLst>
              </a:tr>
              <a:tr h="5653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External Cyberattack</a:t>
                      </a:r>
                      <a:endParaRPr lang="en-US" sz="1300"/>
                    </a:p>
                  </a:txBody>
                  <a:tcPr marL="61982" marR="61982" marT="30991" marB="30991" anchor="ctr"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500"/>
                        <a:t>Monthly penetration tests</a:t>
                      </a:r>
                      <a:endParaRPr lang="en-US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500"/>
                        <a:t>SOC reports to executives</a:t>
                      </a:r>
                    </a:p>
                  </a:txBody>
                  <a:tcPr marL="74900" marR="74900" marT="37450" marB="37450"/>
                </a:tc>
                <a:extLst>
                  <a:ext uri="{0D108BD9-81ED-4DB2-BD59-A6C34878D82A}">
                    <a16:rowId xmlns:a16="http://schemas.microsoft.com/office/drawing/2014/main" val="4140116989"/>
                  </a:ext>
                </a:extLst>
              </a:tr>
              <a:tr h="7972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Reputational Damage and Loss of Customer Trust</a:t>
                      </a:r>
                      <a:endParaRPr lang="en-US" sz="1300"/>
                    </a:p>
                  </a:txBody>
                  <a:tcPr marL="61982" marR="61982" marT="30991" marB="30991" anchor="ctr"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500"/>
                        <a:t>Post-incident surveys</a:t>
                      </a:r>
                      <a:endParaRPr lang="en-US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500"/>
                        <a:t>Stakeholder feedback</a:t>
                      </a:r>
                      <a:endParaRPr lang="en-US"/>
                    </a:p>
                  </a:txBody>
                  <a:tcPr marL="74900" marR="74900" marT="37450" marB="37450"/>
                </a:tc>
                <a:extLst>
                  <a:ext uri="{0D108BD9-81ED-4DB2-BD59-A6C34878D82A}">
                    <a16:rowId xmlns:a16="http://schemas.microsoft.com/office/drawing/2014/main" val="2654688653"/>
                  </a:ext>
                </a:extLst>
              </a:tr>
              <a:tr h="5653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Regulatory non-compliance</a:t>
                      </a:r>
                      <a:endParaRPr lang="en-US" sz="1300"/>
                    </a:p>
                  </a:txBody>
                  <a:tcPr marL="61982" marR="61982" marT="30991" marB="30991" anchor="ctr"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500"/>
                        <a:t>Quarterly compliance reports </a:t>
                      </a:r>
                      <a:endParaRPr lang="en-US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500"/>
                        <a:t>Regulator engagement</a:t>
                      </a:r>
                    </a:p>
                  </a:txBody>
                  <a:tcPr marL="74900" marR="74900" marT="37450" marB="37450"/>
                </a:tc>
                <a:extLst>
                  <a:ext uri="{0D108BD9-81ED-4DB2-BD59-A6C34878D82A}">
                    <a16:rowId xmlns:a16="http://schemas.microsoft.com/office/drawing/2014/main" val="3753631281"/>
                  </a:ext>
                </a:extLst>
              </a:tr>
              <a:tr h="5653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Operational disruption</a:t>
                      </a:r>
                      <a:endParaRPr lang="en-US" sz="1300"/>
                    </a:p>
                  </a:txBody>
                  <a:tcPr marL="61982" marR="61982" marT="30991" marB="30991" anchor="ctr"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500"/>
                        <a:t>Recovery time objectives measured and reviewed after each test</a:t>
                      </a:r>
                    </a:p>
                  </a:txBody>
                  <a:tcPr marL="74900" marR="74900" marT="37450" marB="37450"/>
                </a:tc>
                <a:extLst>
                  <a:ext uri="{0D108BD9-81ED-4DB2-BD59-A6C34878D82A}">
                    <a16:rowId xmlns:a16="http://schemas.microsoft.com/office/drawing/2014/main" val="522637192"/>
                  </a:ext>
                </a:extLst>
              </a:tr>
            </a:tbl>
          </a:graphicData>
        </a:graphic>
      </p:graphicFrame>
      <p:pic>
        <p:nvPicPr>
          <p:cNvPr id="4" name="Graphic 3" descr="Continuous Improvement with solid fill">
            <a:extLst>
              <a:ext uri="{FF2B5EF4-FFF2-40B4-BE49-F238E27FC236}">
                <a16:creationId xmlns:a16="http://schemas.microsoft.com/office/drawing/2014/main" id="{E747EE23-B17E-B888-74F9-F5C91CAC9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5930" y="575365"/>
            <a:ext cx="1300921" cy="132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10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1C4E11-BDA3-0DD9-2192-AE10ADE8A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</a:rPr>
              <a:t>Applying Ethical Practices</a:t>
            </a:r>
          </a:p>
        </p:txBody>
      </p:sp>
      <p:pic>
        <p:nvPicPr>
          <p:cNvPr id="7" name="Graphic 6" descr="Scales of Justice">
            <a:extLst>
              <a:ext uri="{FF2B5EF4-FFF2-40B4-BE49-F238E27FC236}">
                <a16:creationId xmlns:a16="http://schemas.microsoft.com/office/drawing/2014/main" id="{3A3CC739-D657-CF6A-6090-DD4332074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80446-2E67-C89B-D23E-618DCF20E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b="1" i="1">
                <a:solidFill>
                  <a:schemeClr val="tx2"/>
                </a:solidFill>
                <a:ea typeface="+mn-lt"/>
                <a:cs typeface="+mn-lt"/>
              </a:rPr>
              <a:t>Linking Ethics with Legal Obligations</a:t>
            </a:r>
          </a:p>
          <a:p>
            <a:pPr marL="0" indent="0">
              <a:buNone/>
            </a:pPr>
            <a:endParaRPr lang="en-US" sz="1800" b="1" i="1">
              <a:solidFill>
                <a:schemeClr val="tx2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Privacy Act 2020 → Retention, minimisation, transparency</a:t>
            </a:r>
            <a:endParaRPr lang="en-US" sz="180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ESRM requires going beyond compliance</a:t>
            </a:r>
            <a:endParaRPr lang="en-US" sz="180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Ethical culture = long-term trust and resilience</a:t>
            </a:r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81108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7" name="Rectangle 3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438627-08C5-9DEF-A645-8F1E483A6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Findings</a:t>
            </a:r>
          </a:p>
        </p:txBody>
      </p:sp>
      <p:graphicFrame>
        <p:nvGraphicFramePr>
          <p:cNvPr id="313" name="Content Placeholder 310">
            <a:extLst>
              <a:ext uri="{FF2B5EF4-FFF2-40B4-BE49-F238E27FC236}">
                <a16:creationId xmlns:a16="http://schemas.microsoft.com/office/drawing/2014/main" id="{96582FFC-4FEB-B1B6-095A-68AB10EB4A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807556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8093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AFF43C-1F4B-7241-B052-066F78B1D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2800">
                <a:solidFill>
                  <a:srgbClr val="FFFFFF"/>
                </a:solidFill>
              </a:rPr>
              <a:t>Recommendations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8580B5E2-DE1C-2327-676F-4572CF6707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8346865"/>
              </p:ext>
            </p:extLst>
          </p:nvPr>
        </p:nvGraphicFramePr>
        <p:xfrm>
          <a:off x="4581727" y="649480"/>
          <a:ext cx="3025303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096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55398-ADD9-6F10-0254-1B92222C2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D0DA2-98C2-3133-D829-86A1A457B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900"/>
              <a:t>Alert Media. (2025, February 27). </a:t>
            </a:r>
            <a:r>
              <a:rPr lang="en-US" sz="900" i="1"/>
              <a:t>Enterprise Security Risk Management (ESRM): A Strategic Framework for Modern Security Leaders</a:t>
            </a:r>
            <a:r>
              <a:rPr lang="en-US" sz="900"/>
              <a:t>. Retrieved from </a:t>
            </a:r>
            <a:r>
              <a:rPr lang="en-US" sz="900" u="sng">
                <a:hlinkClick r:id="rId2"/>
              </a:rPr>
              <a:t>www.alertmedia.com</a:t>
            </a:r>
            <a:r>
              <a:rPr lang="en-US" sz="900"/>
              <a:t>: </a:t>
            </a:r>
            <a:r>
              <a:rPr lang="en-US" sz="900" u="sng">
                <a:hlinkClick r:id="rId3"/>
              </a:rPr>
              <a:t>https://www.alertmedia.com/blog/enterprise-security-risk-management/#:~:text=Key%20Risk%20Management%20Principles%20for%20Effective%20ESRM&amp;text=It%20focuses%20on%20four%20key,data-driven%20de</a:t>
            </a:r>
            <a:endParaRPr lang="en-US" sz="900"/>
          </a:p>
          <a:p>
            <a:r>
              <a:rPr lang="en-US" sz="900"/>
              <a:t>Barrett, J. (2023, March 27). </a:t>
            </a:r>
            <a:r>
              <a:rPr lang="en-US" sz="900" i="1"/>
              <a:t>Latitude Financial cyber-attack worse than first thought with 14m customer records stolen</a:t>
            </a:r>
            <a:r>
              <a:rPr lang="en-US" sz="900"/>
              <a:t>. Retrieved from </a:t>
            </a:r>
            <a:r>
              <a:rPr lang="en-US" sz="900" u="sng">
                <a:hlinkClick r:id="rId4"/>
              </a:rPr>
              <a:t>www.theguardian.com</a:t>
            </a:r>
            <a:r>
              <a:rPr lang="en-US" sz="900"/>
              <a:t>: </a:t>
            </a:r>
            <a:r>
              <a:rPr lang="en-US" sz="900" u="sng">
                <a:hlinkClick r:id="rId5"/>
              </a:rPr>
              <a:t>https://www.theguardian.com/australia-news/2023/mar/27/latitude-financial-cyber-data-breach-hack-14m-customer-records-stolen#:~:text=after%20newsletter%20promotion,for%20remediation%2C%E2%80%9D%20Latitude%20said</a:t>
            </a:r>
            <a:r>
              <a:rPr lang="en-US" sz="900"/>
              <a:t>.</a:t>
            </a:r>
          </a:p>
          <a:p>
            <a:r>
              <a:rPr lang="en-US" sz="900"/>
              <a:t>CISCO. (2023, March). </a:t>
            </a:r>
            <a:r>
              <a:rPr lang="en-US" sz="900" i="1"/>
              <a:t>Cisco Cybersecurity Readiness Index Report</a:t>
            </a:r>
            <a:r>
              <a:rPr lang="en-US" sz="900"/>
              <a:t>. Retrieved from </a:t>
            </a:r>
            <a:r>
              <a:rPr lang="en-US" sz="900" u="sng">
                <a:hlinkClick r:id="rId6"/>
              </a:rPr>
              <a:t>www.cisco.com</a:t>
            </a:r>
            <a:r>
              <a:rPr lang="en-US" sz="900"/>
              <a:t>: </a:t>
            </a:r>
            <a:r>
              <a:rPr lang="en-US" sz="900" u="sng">
                <a:hlinkClick r:id="rId7"/>
              </a:rPr>
              <a:t>https://www.cisco.com/c/dam/m/en_us/products/security/cybersecurity-reports/cybersecurity-readiness-index/2023/cybersecurity-readiness-index-report.pdf</a:t>
            </a:r>
            <a:endParaRPr lang="en-US" sz="900"/>
          </a:p>
          <a:p>
            <a:r>
              <a:rPr lang="en-US" sz="900"/>
              <a:t>European Union Agency for Cybersecurity (ENISA). (2021). </a:t>
            </a:r>
            <a:r>
              <a:rPr lang="en-US" sz="900" i="1"/>
              <a:t>Data Protection Engineering</a:t>
            </a:r>
            <a:r>
              <a:rPr lang="en-US" sz="900"/>
              <a:t>. ENISA. </a:t>
            </a:r>
            <a:r>
              <a:rPr lang="en-US" sz="900" u="sng">
                <a:hlinkClick r:id="rId8"/>
              </a:rPr>
              <a:t>https://www.enisa.europa.eu</a:t>
            </a:r>
            <a:endParaRPr lang="en-US" sz="900"/>
          </a:p>
          <a:p>
            <a:r>
              <a:rPr lang="en-US" sz="900"/>
              <a:t>HYPERPROOF TEAM. (2025, February 5). </a:t>
            </a:r>
            <a:r>
              <a:rPr lang="en-US" sz="900" i="1"/>
              <a:t>Risk Management Techniques: Understanding Different Approaches and How to Apply Them</a:t>
            </a:r>
            <a:r>
              <a:rPr lang="en-US" sz="900"/>
              <a:t>. Retrieved from </a:t>
            </a:r>
            <a:r>
              <a:rPr lang="en-US" sz="900" u="sng">
                <a:hlinkClick r:id="rId9"/>
              </a:rPr>
              <a:t>https://hyperproof.io/resource/risk-management-techniques/</a:t>
            </a:r>
            <a:r>
              <a:rPr lang="en-US" sz="900"/>
              <a:t> </a:t>
            </a:r>
          </a:p>
          <a:p>
            <a:r>
              <a:rPr lang="en-US" sz="900"/>
              <a:t>Institute of Directors New Zealand. (2022). </a:t>
            </a:r>
            <a:r>
              <a:rPr lang="en-US" sz="900" i="1"/>
              <a:t>Director Sentiment Survey Report 2022</a:t>
            </a:r>
            <a:r>
              <a:rPr lang="en-US" sz="900"/>
              <a:t>. Institute of Directors. Retrieved from </a:t>
            </a:r>
            <a:r>
              <a:rPr lang="en-US" sz="900" u="sng">
                <a:hlinkClick r:id="rId10"/>
              </a:rPr>
              <a:t>https://www.iod.org.nz/resources-and-insights/research-and-analysis/director-sentiment-survey-report-2022/</a:t>
            </a:r>
            <a:endParaRPr lang="en-US" sz="900"/>
          </a:p>
          <a:p>
            <a:r>
              <a:rPr lang="en-US" sz="900"/>
              <a:t>IT Professionals New Zealand. (2021). </a:t>
            </a:r>
            <a:r>
              <a:rPr lang="en-US" sz="900" i="1"/>
              <a:t>ITP Code of Ethics</a:t>
            </a:r>
            <a:r>
              <a:rPr lang="en-US" sz="900"/>
              <a:t>. IT Professionals NZ. Retrieved from </a:t>
            </a:r>
            <a:r>
              <a:rPr lang="en-US" sz="900" u="sng">
                <a:hlinkClick r:id="rId11"/>
              </a:rPr>
              <a:t>https://itp.nz/Members/Code-of-Ethics</a:t>
            </a:r>
            <a:endParaRPr lang="en-US" sz="900"/>
          </a:p>
          <a:p>
            <a:r>
              <a:rPr lang="en-US" sz="900"/>
              <a:t>Kollmorgen, A. (2023, May 10). </a:t>
            </a:r>
            <a:r>
              <a:rPr lang="en-US" sz="900" i="1" u="sng">
                <a:hlinkClick r:id="rId12"/>
              </a:rPr>
              <a:t>www.choice.com.au</a:t>
            </a:r>
            <a:r>
              <a:rPr lang="en-US" sz="900"/>
              <a:t>. Retrieved from Latitude Finance breach affecting customers of many current and former businesses: </a:t>
            </a:r>
            <a:r>
              <a:rPr lang="en-US" sz="900" u="sng">
                <a:hlinkClick r:id="rId13"/>
              </a:rPr>
              <a:t>https://www.choice.com.au/data-protection-and-privacy/protecting-your-data/data-privacy-and-safety/articles/latitude-finance-data-breach</a:t>
            </a:r>
            <a:endParaRPr lang="en-US" sz="900"/>
          </a:p>
          <a:p>
            <a:r>
              <a:rPr lang="en-US" sz="900"/>
              <a:t>Meyer, C. (2023, September 18). </a:t>
            </a:r>
            <a:r>
              <a:rPr lang="en-US" sz="900" i="1"/>
              <a:t>Meet the 3 Key Roles Within ESRM</a:t>
            </a:r>
            <a:r>
              <a:rPr lang="en-US" sz="900"/>
              <a:t>. Retrieved from </a:t>
            </a:r>
            <a:r>
              <a:rPr lang="en-US" sz="900" u="sng">
                <a:hlinkClick r:id="rId14"/>
              </a:rPr>
              <a:t>www.asisonline.org</a:t>
            </a:r>
            <a:r>
              <a:rPr lang="en-US" sz="900"/>
              <a:t>: </a:t>
            </a:r>
            <a:r>
              <a:rPr lang="en-US" sz="900" u="sng">
                <a:hlinkClick r:id="rId15"/>
              </a:rPr>
              <a:t>https://www.asisonline.org/security-management-magazine/articles/2023/09/esrm/key-roles-esrm/</a:t>
            </a:r>
            <a:endParaRPr lang="en-US" sz="900"/>
          </a:p>
          <a:p>
            <a:r>
              <a:rPr lang="en-US" sz="900"/>
              <a:t>Office of the Privacy Commissioner NZ. (2023, April 3). </a:t>
            </a:r>
            <a:r>
              <a:rPr lang="en-US" sz="900" i="1"/>
              <a:t>New Zealand’s biggest data breach shows retention is the sleeping giant of data security</a:t>
            </a:r>
            <a:r>
              <a:rPr lang="en-US" sz="900"/>
              <a:t>. Retrieved from </a:t>
            </a:r>
            <a:r>
              <a:rPr lang="en-US" sz="900" u="sng">
                <a:hlinkClick r:id="rId16"/>
              </a:rPr>
              <a:t>https://www.privacy.org.nz</a:t>
            </a:r>
            <a:endParaRPr lang="en-US" sz="900"/>
          </a:p>
          <a:p>
            <a:r>
              <a:rPr lang="en-US" sz="900"/>
              <a:t>Parliament of New Zealand. (2020). </a:t>
            </a:r>
            <a:r>
              <a:rPr lang="en-US" sz="900" i="1"/>
              <a:t>Privacy Act 2020</a:t>
            </a:r>
            <a:r>
              <a:rPr lang="en-US" sz="900"/>
              <a:t>. Public Act 2020 No 31. Retrieved from </a:t>
            </a:r>
            <a:r>
              <a:rPr lang="en-US" sz="900" u="sng">
                <a:hlinkClick r:id="rId17"/>
              </a:rPr>
              <a:t>https://www.legislation.govt.nz</a:t>
            </a:r>
            <a:endParaRPr lang="en-US" sz="900"/>
          </a:p>
          <a:p>
            <a:r>
              <a:rPr lang="en-US" sz="900"/>
              <a:t>Stock, R. (2023, June 18). </a:t>
            </a:r>
            <a:r>
              <a:rPr lang="en-US" sz="900" i="1"/>
              <a:t>Three months after Latitude cyberattack, some victims still not notified</a:t>
            </a:r>
            <a:r>
              <a:rPr lang="en-US" sz="900"/>
              <a:t>. Retrieved from </a:t>
            </a:r>
            <a:r>
              <a:rPr lang="en-US" sz="900" u="sng">
                <a:hlinkClick r:id="rId18"/>
              </a:rPr>
              <a:t>www.rnz.co.nz</a:t>
            </a:r>
            <a:r>
              <a:rPr lang="en-US" sz="900"/>
              <a:t>: </a:t>
            </a:r>
            <a:r>
              <a:rPr lang="en-US" sz="900" u="sng">
                <a:hlinkClick r:id="rId19"/>
              </a:rPr>
              <a:t>https://www.rnz.co.nz/news/national/492222/three-months-after-latitude-cyberattack-some-victims-still-not-notified</a:t>
            </a:r>
            <a:endParaRPr lang="en-US" sz="900"/>
          </a:p>
          <a:p>
            <a:r>
              <a:rPr lang="en-US" sz="900" err="1"/>
              <a:t>Sunarso</a:t>
            </a:r>
            <a:r>
              <a:rPr lang="en-US" sz="900"/>
              <a:t>, E. (2019, October 20). </a:t>
            </a:r>
            <a:r>
              <a:rPr lang="en-US" sz="900" i="1"/>
              <a:t>Enterprise Security Risk Management (ESRM)</a:t>
            </a:r>
            <a:r>
              <a:rPr lang="en-US" sz="900"/>
              <a:t>. Retrieved from </a:t>
            </a:r>
            <a:r>
              <a:rPr lang="en-US" sz="900" u="sng">
                <a:hlinkClick r:id="rId20"/>
              </a:rPr>
              <a:t>www.linkedin.com</a:t>
            </a:r>
            <a:r>
              <a:rPr lang="en-US" sz="900"/>
              <a:t>: </a:t>
            </a:r>
            <a:r>
              <a:rPr lang="en-US" sz="900" u="sng">
                <a:hlinkClick r:id="rId21"/>
              </a:rPr>
              <a:t>https://www.linkedin.com/pulse/enterprise-security-risk-management-esrm-endro-sunarso/</a:t>
            </a:r>
            <a:endParaRPr lang="en-US" sz="900"/>
          </a:p>
          <a:p>
            <a:r>
              <a:rPr lang="en-US" sz="900"/>
              <a:t>Vaughan, G. (2023, March 27). </a:t>
            </a:r>
            <a:r>
              <a:rPr lang="en-US" sz="900" i="1"/>
              <a:t>Latitude Financial says millions of driver's license details &amp; details from tens of thousands of passports pilfered in cyber-attack</a:t>
            </a:r>
            <a:r>
              <a:rPr lang="en-US" sz="900"/>
              <a:t>. Retrieved from </a:t>
            </a:r>
            <a:r>
              <a:rPr lang="en-US" sz="900" u="sng">
                <a:hlinkClick r:id="rId22"/>
              </a:rPr>
              <a:t>www.interest.co.nz</a:t>
            </a:r>
            <a:r>
              <a:rPr lang="en-US" sz="900"/>
              <a:t>: </a:t>
            </a:r>
            <a:r>
              <a:rPr lang="en-US" sz="900" u="sng">
                <a:hlinkClick r:id="rId23"/>
              </a:rPr>
              <a:t>https://www.interest.co.nz/personal-finance/120499/latitude-financial-says-millions-drivers-licence-details-tens-thousands#:~:text=by%20ShoreThing%20%7C%2027th%20Mar%2023,27th%20Mar%2023%2C%201:54pm</a:t>
            </a:r>
            <a:endParaRPr lang="en-US" sz="900"/>
          </a:p>
          <a:p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640429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HTCS 6704 Assignment 1: Case Study</vt:lpstr>
      <vt:lpstr>Introduction</vt:lpstr>
      <vt:lpstr>Overview of ESRM   Enterprise Security Risk Management</vt:lpstr>
      <vt:lpstr>ESRM Pillars </vt:lpstr>
      <vt:lpstr>PowerPoint Presentation</vt:lpstr>
      <vt:lpstr>ESRM Principals</vt:lpstr>
      <vt:lpstr>ESRM Benefits</vt:lpstr>
      <vt:lpstr>Implementing ESRM</vt:lpstr>
      <vt:lpstr>Identify and Prioritise assets </vt:lpstr>
      <vt:lpstr>Identify and Prioritise security risks </vt:lpstr>
      <vt:lpstr>Mitigate prioritised risks</vt:lpstr>
      <vt:lpstr>Continuous Improvement</vt:lpstr>
      <vt:lpstr>Applying Ethical Practices</vt:lpstr>
      <vt:lpstr>Findings</vt:lpstr>
      <vt:lpstr>Recommendations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39</cp:revision>
  <dcterms:created xsi:type="dcterms:W3CDTF">2025-08-15T00:15:58Z</dcterms:created>
  <dcterms:modified xsi:type="dcterms:W3CDTF">2025-10-11T04:05:04Z</dcterms:modified>
</cp:coreProperties>
</file>